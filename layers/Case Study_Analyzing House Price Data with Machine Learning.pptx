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885" r:id="rId4"/>
  </p:sldMasterIdLst>
  <p:notesMasterIdLst>
    <p:notesMasterId r:id="rId10"/>
  </p:notesMasterIdLst>
  <p:handoutMasterIdLst>
    <p:handoutMasterId r:id="rId11"/>
  </p:handoutMasterIdLst>
  <p:sldIdLst>
    <p:sldId id="468" r:id="rId5"/>
    <p:sldId id="2147481185" r:id="rId6"/>
    <p:sldId id="2147483516" r:id="rId7"/>
    <p:sldId id="2147483515" r:id="rId8"/>
    <p:sldId id="2147483517" r:id="rId9"/>
  </p:sldIdLst>
  <p:sldSz cx="9144000" cy="5143500" type="screen16x9"/>
  <p:notesSz cx="9144000" cy="6858000"/>
  <p:embeddedFontLst>
    <p:embeddedFont>
      <p:font typeface="Lato" panose="020F0502020204030203" pitchFamily="34" charset="0"/>
      <p:regular r:id="rId12"/>
      <p:bold r:id="rId13"/>
      <p:italic r:id="rId14"/>
      <p:boldItalic r:id="rId15"/>
    </p:embeddedFont>
    <p:embeddedFont>
      <p:font typeface="Lato Black" panose="020F0A02020204030203" pitchFamily="34" charset="0"/>
      <p:bold r:id="rId16"/>
      <p:italic r:id="rId17"/>
      <p:boldItalic r:id="rId18"/>
    </p:embeddedFont>
    <p:embeddedFont>
      <p:font typeface="Lato Light" panose="020F0502020204030203" pitchFamily="34" charset="0"/>
      <p:regular r:id="rId19"/>
      <p:italic r:id="rId20"/>
    </p:embeddedFont>
    <p:embeddedFont>
      <p:font typeface="Roboto Condensed" panose="02000000000000000000" pitchFamily="2" charset="0"/>
      <p:regular r:id="rId21"/>
      <p:bold r:id="rId22"/>
      <p:italic r:id="rId23"/>
      <p:boldItalic r:id="rId24"/>
    </p:embeddedFont>
  </p:embeddedFontLst>
  <p:defaultTextStyle>
    <a:defPPr>
      <a:defRPr sz="1200" b="0" i="0" kern="1200">
        <a:solidFill>
          <a:schemeClr val="tx1">
            <a:lumMod val="75000"/>
            <a:lumOff val="25000"/>
          </a:schemeClr>
        </a:solidFill>
        <a:latin typeface="Lato Light" panose="020F0302020204030203" pitchFamily="34" charset="77"/>
        <a:ea typeface="+mn-ea"/>
        <a:cs typeface="+mn-cs"/>
      </a:defRPr>
    </a:defPPr>
    <a:lvl1pPr marL="0" indent="0" algn="l" defTabSz="685800" rtl="0" eaLnBrk="1" latinLnBrk="0" hangingPunct="1">
      <a:lnSpc>
        <a:spcPct val="120000"/>
      </a:lnSpc>
      <a:spcBef>
        <a:spcPts val="0"/>
      </a:spcBef>
      <a:spcAft>
        <a:spcPts val="800"/>
      </a:spcAft>
      <a:buClr>
        <a:schemeClr val="tx2"/>
      </a:buClr>
      <a:buSzPct val="90000"/>
      <a:buFont typeface="Lato Light" panose="020B0604020202020204" pitchFamily="34" charset="0"/>
      <a:buNone/>
      <a:tabLst/>
      <a:defRPr sz="1200" b="0" i="0" kern="1200">
        <a:solidFill>
          <a:schemeClr val="tx1">
            <a:lumMod val="75000"/>
            <a:lumOff val="25000"/>
          </a:schemeClr>
        </a:solidFill>
        <a:latin typeface="Lato Light" panose="020F0302020204030203" pitchFamily="34" charset="77"/>
        <a:ea typeface="+mn-ea"/>
        <a:cs typeface="+mn-cs"/>
      </a:defRPr>
    </a:lvl1pPr>
    <a:lvl2pPr marL="115888"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2pPr>
    <a:lvl3pPr marL="231775" indent="-1222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100" b="0" i="0" kern="1200">
        <a:solidFill>
          <a:schemeClr val="tx1">
            <a:lumMod val="75000"/>
            <a:lumOff val="25000"/>
          </a:schemeClr>
        </a:solidFill>
        <a:latin typeface="Lato Light" panose="020F0302020204030203" pitchFamily="34" charset="77"/>
        <a:ea typeface="+mn-ea"/>
        <a:cs typeface="+mn-cs"/>
      </a:defRPr>
    </a:lvl3pPr>
    <a:lvl4pPr marL="347663"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000" b="0" i="0" kern="1200">
        <a:solidFill>
          <a:schemeClr val="tx1">
            <a:lumMod val="75000"/>
            <a:lumOff val="25000"/>
          </a:schemeClr>
        </a:solidFill>
        <a:latin typeface="Lato Light" panose="020F0302020204030203" pitchFamily="34" charset="77"/>
        <a:ea typeface="+mn-ea"/>
        <a:cs typeface="+mn-cs"/>
      </a:defRPr>
    </a:lvl4pPr>
    <a:lvl5pPr marL="404813" indent="-76200"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900" b="0" i="0" kern="1200">
        <a:solidFill>
          <a:schemeClr val="tx1">
            <a:lumMod val="75000"/>
            <a:lumOff val="25000"/>
          </a:schemeClr>
        </a:solidFill>
        <a:latin typeface="Lato Light" panose="020F0302020204030203" pitchFamily="34" charset="77"/>
        <a:ea typeface="+mn-ea"/>
        <a:cs typeface="+mn-cs"/>
      </a:defRPr>
    </a:lvl5pPr>
    <a:lvl6pPr>
      <a:defRPr sz="1000"/>
    </a:lvl6pPr>
    <a:lvl7pPr>
      <a:defRPr sz="1000"/>
    </a:lvl7pPr>
    <a:lvl8pPr>
      <a:defRPr sz="1000"/>
    </a:lvl8pPr>
    <a:lvl9pPr>
      <a:defRPr sz="1000"/>
    </a:lvl9pPr>
  </p:defaultTextStyle>
  <p:extLst>
    <p:ext uri="{521415D9-36F7-43E2-AB2F-B90AF26B5E84}">
      <p14:sectionLst xmlns:p14="http://schemas.microsoft.com/office/powerpoint/2010/main">
        <p14:section name="Intro" id="{431A390C-D877-8746-A8D5-8F5DED55DFD0}">
          <p14:sldIdLst>
            <p14:sldId id="468"/>
            <p14:sldId id="2147481185"/>
            <p14:sldId id="2147483516"/>
            <p14:sldId id="2147483515"/>
            <p14:sldId id="2147483517"/>
          </p14:sldIdLst>
        </p14:section>
        <p14:section name="Process" id="{A644B103-F1ED-D949-AC18-1000C9258F94}">
          <p14:sldIdLst/>
        </p14:section>
      </p14:sectionLst>
    </p:ext>
    <p:ext uri="{EFAFB233-063F-42B5-8137-9DF3F51BA10A}">
      <p15:sldGuideLst xmlns:p15="http://schemas.microsoft.com/office/powerpoint/2012/main">
        <p15:guide id="2" pos="2880" userDrawn="1">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292739-A8BF-ED67-C7A7-39DE0FBD2E70}" name="Eric Walk" initials="EW" userId="S::eric.walk@perficient.com::1de94a7f-b5f1-4388-be05-d3f4d305e921" providerId="AD"/>
  <p188:author id="{5E6EA86A-55D4-F4C3-39F4-C0701FC854BE}" name="Jim Hertzfeld" initials="JH" userId="S::jim.hertzfeld@perficient.com::3380885a-7e00-47b0-bc2f-d6c754965a98" providerId="AD"/>
  <p188:author id="{5C2172AB-B863-F895-BC5C-4DE494D1F844}" name="Don Bouchard" initials="DB" userId="S::don.bouchard@perficient.com::39261106-9caf-463f-8fcc-17f22fd4750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oey Southard" initials="JS" lastIdx="3" clrIdx="0">
    <p:extLst>
      <p:ext uri="{19B8F6BF-5375-455C-9EA6-DF929625EA0E}">
        <p15:presenceInfo xmlns:p15="http://schemas.microsoft.com/office/powerpoint/2012/main" userId="S::joey.southard@perficient.com::e1283798-4d85-495f-be0a-aadd9dd794d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04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2A044E-D67F-BF97-AE24-9C2F5F5543A2}" v="305" dt="2025-04-03T19:21:52.5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pos="2880"/>
        <p:guide orient="horz" pos="162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heme" Target="theme/theme1.xml"/><Relationship Id="rId10" Type="http://schemas.openxmlformats.org/officeDocument/2006/relationships/notesMaster" Target="notesMasters/notesMaster1.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viewProps" Target="viewProps.xml"/><Relationship Id="rId3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62783C3-B5C2-524D-AC2B-1D152B33C97B}"/>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F329064-8D23-814D-89CF-08CA53740AC8}" type="slidenum">
              <a:rPr lang="en-US" smtClean="0">
                <a:latin typeface="Lato Light" panose="020F0302020204030203" pitchFamily="34" charset="77"/>
              </a:rPr>
              <a:t>‹#›</a:t>
            </a:fld>
            <a:endParaRPr lang="en-US">
              <a:latin typeface="Lato Light" panose="020F0302020204030203" pitchFamily="34" charset="77"/>
            </a:endParaRPr>
          </a:p>
        </p:txBody>
      </p:sp>
      <p:sp>
        <p:nvSpPr>
          <p:cNvPr id="7" name="Header Placeholder 6">
            <a:extLst>
              <a:ext uri="{FF2B5EF4-FFF2-40B4-BE49-F238E27FC236}">
                <a16:creationId xmlns:a16="http://schemas.microsoft.com/office/drawing/2014/main" id="{F60256D3-62D8-FE41-9CEE-5555ADC3367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latin typeface="Lato Light" panose="020F0302020204030203" pitchFamily="34" charset="77"/>
            </a:endParaRPr>
          </a:p>
        </p:txBody>
      </p:sp>
    </p:spTree>
    <p:extLst>
      <p:ext uri="{BB962C8B-B14F-4D97-AF65-F5344CB8AC3E}">
        <p14:creationId xmlns:p14="http://schemas.microsoft.com/office/powerpoint/2010/main" val="950597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b="0" i="0">
                <a:latin typeface="Lato Light" panose="020F0302020204030203" pitchFamily="34" charset="77"/>
              </a:defRPr>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b="0" i="0">
                <a:latin typeface="Lato Light" panose="020F0302020204030203" pitchFamily="34" charset="77"/>
              </a:defRPr>
            </a:lvl1pPr>
          </a:lstStyle>
          <a:p>
            <a:fld id="{515A4E5C-469D-D740-9530-74929B5AC623}" type="datetimeFigureOut">
              <a:rPr lang="en-US" smtClean="0"/>
              <a:pPr/>
              <a:t>10/11/2025</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b="0" i="0">
                <a:latin typeface="Lato Light" panose="020F0302020204030203" pitchFamily="34" charset="77"/>
              </a:defRPr>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b="0" i="0">
                <a:latin typeface="Lato Light" panose="020F0302020204030203" pitchFamily="34" charset="77"/>
              </a:defRPr>
            </a:lvl1pPr>
          </a:lstStyle>
          <a:p>
            <a:fld id="{4547AC55-5E89-4E49-8F66-26C190DAE775}" type="slidenum">
              <a:rPr lang="en-US" smtClean="0"/>
              <a:pPr/>
              <a:t>‹#›</a:t>
            </a:fld>
            <a:endParaRPr lang="en-US"/>
          </a:p>
        </p:txBody>
      </p:sp>
    </p:spTree>
    <p:extLst>
      <p:ext uri="{BB962C8B-B14F-4D97-AF65-F5344CB8AC3E}">
        <p14:creationId xmlns:p14="http://schemas.microsoft.com/office/powerpoint/2010/main" val="2890979420"/>
      </p:ext>
    </p:extLst>
  </p:cSld>
  <p:clrMap bg1="lt1" tx1="dk1" bg2="lt2" tx2="dk2" accent1="accent1" accent2="accent2" accent3="accent3" accent4="accent4" accent5="accent5" accent6="accent6" hlink="hlink" folHlink="folHlink"/>
  <p:notesStyle>
    <a:lvl1pPr marL="0" algn="l" defTabSz="685800" rtl="0" eaLnBrk="1" latinLnBrk="0" hangingPunct="1">
      <a:defRPr sz="900" b="0" i="0" kern="1200">
        <a:solidFill>
          <a:schemeClr val="tx1"/>
        </a:solidFill>
        <a:latin typeface="Lato Light" panose="020F0302020204030203" pitchFamily="34" charset="77"/>
        <a:ea typeface="+mn-ea"/>
        <a:cs typeface="+mn-cs"/>
      </a:defRPr>
    </a:lvl1pPr>
    <a:lvl2pPr marL="342900" algn="l" defTabSz="685800" rtl="0" eaLnBrk="1" latinLnBrk="0" hangingPunct="1">
      <a:defRPr sz="900" b="0" i="0" kern="1200">
        <a:solidFill>
          <a:schemeClr val="tx1"/>
        </a:solidFill>
        <a:latin typeface="Lato Light" panose="020F0302020204030203" pitchFamily="34" charset="77"/>
        <a:ea typeface="+mn-ea"/>
        <a:cs typeface="+mn-cs"/>
      </a:defRPr>
    </a:lvl2pPr>
    <a:lvl3pPr marL="685800" algn="l" defTabSz="685800" rtl="0" eaLnBrk="1" latinLnBrk="0" hangingPunct="1">
      <a:defRPr sz="900" b="0" i="0" kern="1200">
        <a:solidFill>
          <a:schemeClr val="tx1"/>
        </a:solidFill>
        <a:latin typeface="Lato Light" panose="020F0302020204030203" pitchFamily="34" charset="77"/>
        <a:ea typeface="+mn-ea"/>
        <a:cs typeface="+mn-cs"/>
      </a:defRPr>
    </a:lvl3pPr>
    <a:lvl4pPr marL="1028700" algn="l" defTabSz="685800" rtl="0" eaLnBrk="1" latinLnBrk="0" hangingPunct="1">
      <a:defRPr sz="900" b="0" i="0" kern="1200">
        <a:solidFill>
          <a:schemeClr val="tx1"/>
        </a:solidFill>
        <a:latin typeface="Lato Light" panose="020F0302020204030203" pitchFamily="34" charset="77"/>
        <a:ea typeface="+mn-ea"/>
        <a:cs typeface="+mn-cs"/>
      </a:defRPr>
    </a:lvl4pPr>
    <a:lvl5pPr marL="1371600" algn="l" defTabSz="685800" rtl="0" eaLnBrk="1" latinLnBrk="0" hangingPunct="1">
      <a:defRPr sz="900" b="0" i="0" kern="1200">
        <a:solidFill>
          <a:schemeClr val="tx1"/>
        </a:solidFill>
        <a:latin typeface="Lato Light" panose="020F0302020204030203" pitchFamily="34" charset="77"/>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47AC55-5E89-4E49-8F66-26C190DAE775}" type="slidenum">
              <a:rPr lang="en-US" smtClean="0"/>
              <a:pPr/>
              <a:t>2</a:t>
            </a:fld>
            <a:endParaRPr lang="en-US"/>
          </a:p>
        </p:txBody>
      </p:sp>
    </p:spTree>
    <p:extLst>
      <p:ext uri="{BB962C8B-B14F-4D97-AF65-F5344CB8AC3E}">
        <p14:creationId xmlns:p14="http://schemas.microsoft.com/office/powerpoint/2010/main" val="2985788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4547AC55-5E89-4E49-8F66-26C190DAE775}" type="slidenum">
              <a:rPr lang="en-US" smtClean="0"/>
              <a:pPr/>
              <a:t>4</a:t>
            </a:fld>
            <a:endParaRPr lang="en-US"/>
          </a:p>
        </p:txBody>
      </p:sp>
    </p:spTree>
    <p:extLst>
      <p:ext uri="{BB962C8B-B14F-4D97-AF65-F5344CB8AC3E}">
        <p14:creationId xmlns:p14="http://schemas.microsoft.com/office/powerpoint/2010/main" val="34971452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Slide - Bran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FE1CCC-819F-9946-A573-1EAD748C9C56}"/>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383496" y="412638"/>
            <a:ext cx="1371600" cy="468630"/>
          </a:xfrm>
          <a:prstGeom prst="rect">
            <a:avLst/>
          </a:prstGeom>
        </p:spPr>
      </p:pic>
      <p:pic>
        <p:nvPicPr>
          <p:cNvPr id="2" name="Graphic 1">
            <a:extLst>
              <a:ext uri="{FF2B5EF4-FFF2-40B4-BE49-F238E27FC236}">
                <a16:creationId xmlns:a16="http://schemas.microsoft.com/office/drawing/2014/main" id="{03177060-66F0-4D6F-D739-9A2999FBD2B7}"/>
              </a:ext>
            </a:extLst>
          </p:cNvPr>
          <p:cNvPicPr>
            <a:picLocks noChangeAspect="1"/>
          </p:cNvPicPr>
          <p:nvPr userDrawn="1"/>
        </p:nvPicPr>
        <p:blipFill>
          <a:blip r:embed="rId3">
            <a:alphaModFix amt="20000"/>
            <a:extLst>
              <a:ext uri="{96DAC541-7B7A-43D3-8B79-37D633B846F1}">
                <asvg:svgBlip xmlns:asvg="http://schemas.microsoft.com/office/drawing/2016/SVG/main" r:embed="rId4"/>
              </a:ext>
            </a:extLst>
          </a:blip>
          <a:srcRect l="24229" r="7323" b="4505"/>
          <a:stretch/>
        </p:blipFill>
        <p:spPr>
          <a:xfrm flipH="1">
            <a:off x="0" y="3024307"/>
            <a:ext cx="9144000" cy="2119193"/>
          </a:xfrm>
          <a:prstGeom prst="rect">
            <a:avLst/>
          </a:prstGeom>
        </p:spPr>
      </p:pic>
      <p:sp>
        <p:nvSpPr>
          <p:cNvPr id="9" name="TextBox 8">
            <a:extLst>
              <a:ext uri="{FF2B5EF4-FFF2-40B4-BE49-F238E27FC236}">
                <a16:creationId xmlns:a16="http://schemas.microsoft.com/office/drawing/2014/main" id="{BCEC3EC9-4FE4-DBD9-A7C5-F15E15063F0C}"/>
              </a:ext>
            </a:extLst>
          </p:cNvPr>
          <p:cNvSpPr txBox="1">
            <a:spLocks/>
          </p:cNvSpPr>
          <p:nvPr userDrawn="1"/>
        </p:nvSpPr>
        <p:spPr>
          <a:xfrm>
            <a:off x="6509552" y="2571751"/>
            <a:ext cx="900433" cy="2571751"/>
          </a:xfrm>
          <a:custGeom>
            <a:avLst/>
            <a:gdLst>
              <a:gd name="connsiteX0" fmla="*/ 757107 w 900433"/>
              <a:gd name="connsiteY0" fmla="*/ 0 h 2571751"/>
              <a:gd name="connsiteX1" fmla="*/ 900433 w 900433"/>
              <a:gd name="connsiteY1" fmla="*/ 0 h 2571751"/>
              <a:gd name="connsiteX2" fmla="*/ 143326 w 900433"/>
              <a:gd name="connsiteY2" fmla="*/ 2571751 h 2571751"/>
              <a:gd name="connsiteX3" fmla="*/ 0 w 900433"/>
              <a:gd name="connsiteY3" fmla="*/ 2571751 h 2571751"/>
            </a:gdLst>
            <a:ahLst/>
            <a:cxnLst>
              <a:cxn ang="0">
                <a:pos x="connsiteX0" y="connsiteY0"/>
              </a:cxn>
              <a:cxn ang="0">
                <a:pos x="connsiteX1" y="connsiteY1"/>
              </a:cxn>
              <a:cxn ang="0">
                <a:pos x="connsiteX2" y="connsiteY2"/>
              </a:cxn>
              <a:cxn ang="0">
                <a:pos x="connsiteX3" y="connsiteY3"/>
              </a:cxn>
            </a:cxnLst>
            <a:rect l="l" t="t" r="r" b="b"/>
            <a:pathLst>
              <a:path w="900433" h="2571751">
                <a:moveTo>
                  <a:pt x="757107" y="0"/>
                </a:moveTo>
                <a:lnTo>
                  <a:pt x="900433" y="0"/>
                </a:lnTo>
                <a:lnTo>
                  <a:pt x="143326" y="2571751"/>
                </a:lnTo>
                <a:lnTo>
                  <a:pt x="0" y="2571751"/>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4" name="Text Placeholder 13">
            <a:extLst>
              <a:ext uri="{FF2B5EF4-FFF2-40B4-BE49-F238E27FC236}">
                <a16:creationId xmlns:a16="http://schemas.microsoft.com/office/drawing/2014/main" id="{3F6FE1AF-17F3-DB93-911B-C410B56E611D}"/>
              </a:ext>
            </a:extLst>
          </p:cNvPr>
          <p:cNvSpPr>
            <a:spLocks noGrp="1"/>
          </p:cNvSpPr>
          <p:nvPr>
            <p:ph type="body" sz="quarter" idx="10"/>
          </p:nvPr>
        </p:nvSpPr>
        <p:spPr>
          <a:xfrm>
            <a:off x="440225" y="1388762"/>
            <a:ext cx="6754813" cy="1329595"/>
          </a:xfrm>
        </p:spPr>
        <p:txBody>
          <a:bodyPr/>
          <a:lstStyle>
            <a:lvl1pPr indent="0">
              <a:lnSpc>
                <a:spcPct val="90000"/>
              </a:lnSpc>
              <a:spcAft>
                <a:spcPts val="0"/>
              </a:spcAft>
              <a:defRPr lang="en-US" sz="4800" b="0" i="0" kern="1200" dirty="0" smtClean="0">
                <a:solidFill>
                  <a:schemeClr val="tx1"/>
                </a:solidFill>
                <a:latin typeface="Lato Black" panose="020F0A02020204030203" pitchFamily="34" charset="0"/>
                <a:ea typeface="+mj-ea"/>
                <a:cs typeface="+mj-cs"/>
              </a:defRPr>
            </a:lvl1pPr>
            <a:lvl2pPr marL="6350" indent="0">
              <a:buNone/>
              <a:defRPr/>
            </a:lvl2pPr>
          </a:lstStyle>
          <a:p>
            <a:pPr lvl="0"/>
            <a:r>
              <a:rPr lang="en-US"/>
              <a:t>Click to edit Master text styles</a:t>
            </a:r>
          </a:p>
        </p:txBody>
      </p:sp>
      <p:sp>
        <p:nvSpPr>
          <p:cNvPr id="17" name="Text Placeholder 16">
            <a:extLst>
              <a:ext uri="{FF2B5EF4-FFF2-40B4-BE49-F238E27FC236}">
                <a16:creationId xmlns:a16="http://schemas.microsoft.com/office/drawing/2014/main" id="{407F9FF4-67FF-42DB-C91B-AD4BAB465FB3}"/>
              </a:ext>
            </a:extLst>
          </p:cNvPr>
          <p:cNvSpPr>
            <a:spLocks noGrp="1"/>
          </p:cNvSpPr>
          <p:nvPr>
            <p:ph type="body" sz="quarter" idx="11" hasCustomPrompt="1"/>
          </p:nvPr>
        </p:nvSpPr>
        <p:spPr>
          <a:xfrm>
            <a:off x="473075" y="1125539"/>
            <a:ext cx="3825875" cy="263222"/>
          </a:xfrm>
        </p:spPr>
        <p:txBody>
          <a:bodyPr>
            <a:noAutofit/>
          </a:bodyPr>
          <a:lstStyle>
            <a:lvl1pPr>
              <a:defRPr kumimoji="0" lang="en-US" sz="1000" b="0" i="0" u="none" strike="noStrike" kern="1200" cap="none" spc="140" normalizeH="0" baseline="0" dirty="0" smtClean="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CLICK TO EDIT MASTER TEXT STYLES</a:t>
            </a:r>
          </a:p>
        </p:txBody>
      </p:sp>
    </p:spTree>
    <p:extLst>
      <p:ext uri="{BB962C8B-B14F-4D97-AF65-F5344CB8AC3E}">
        <p14:creationId xmlns:p14="http://schemas.microsoft.com/office/powerpoint/2010/main" val="20821900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RFP Title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9662F6-A801-B84E-9058-E22EC0843BAE}"/>
              </a:ext>
            </a:extLst>
          </p:cNvPr>
          <p:cNvSpPr>
            <a:spLocks noGrp="1"/>
          </p:cNvSpPr>
          <p:nvPr>
            <p:ph type="pic" sz="quarter" idx="10"/>
          </p:nvPr>
        </p:nvSpPr>
        <p:spPr>
          <a:xfrm>
            <a:off x="0" y="5060"/>
            <a:ext cx="9144000" cy="5138440"/>
          </a:xfrm>
          <a:prstGeom prst="rect">
            <a:avLst/>
          </a:pr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Font typeface="Arial" panose="020B0604020202020204" pitchFamily="34" charset="0"/>
              <a:buNone/>
              <a:defRPr lang="en-US" dirty="0">
                <a:noFill/>
              </a:defRPr>
            </a:lvl1pPr>
          </a:lstStyle>
          <a:p>
            <a:pPr marL="115094" lvl="0" indent="-115094" algn="ctr"/>
            <a:r>
              <a:rPr lang="en-US"/>
              <a:t>Click icon to add picture</a:t>
            </a:r>
          </a:p>
        </p:txBody>
      </p:sp>
      <p:sp>
        <p:nvSpPr>
          <p:cNvPr id="6" name="Text Placeholder 8">
            <a:extLst>
              <a:ext uri="{FF2B5EF4-FFF2-40B4-BE49-F238E27FC236}">
                <a16:creationId xmlns:a16="http://schemas.microsoft.com/office/drawing/2014/main" id="{C7D3ACDF-85C6-1348-BFE5-52FA4A0E9BCF}"/>
              </a:ext>
            </a:extLst>
          </p:cNvPr>
          <p:cNvSpPr>
            <a:spLocks noGrp="1"/>
          </p:cNvSpPr>
          <p:nvPr>
            <p:ph type="body" sz="quarter" idx="11" hasCustomPrompt="1"/>
          </p:nvPr>
        </p:nvSpPr>
        <p:spPr>
          <a:xfrm>
            <a:off x="592850" y="2376312"/>
            <a:ext cx="2282825" cy="216726"/>
          </a:xfrm>
          <a:prstGeom prst="rect">
            <a:avLst/>
          </a:prstGeom>
        </p:spPr>
        <p:txBody>
          <a:bodyPr wrap="square" lIns="0" tIns="0" rIns="0" bIns="45720">
            <a:spAutoFit/>
          </a:bodyPr>
          <a:lstStyle>
            <a:lvl1pPr marL="0" indent="0">
              <a:lnSpc>
                <a:spcPct val="80000"/>
              </a:lnSpc>
              <a:spcAft>
                <a:spcPts val="600"/>
              </a:spcAft>
              <a:buNone/>
              <a:defRPr kumimoji="0" lang="en-US" sz="1000" b="0" i="0" u="none" strike="noStrike" kern="1200" cap="none" spc="140" normalizeH="0" baseline="0" dirty="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OPTIONAL EYEBROW</a:t>
            </a:r>
          </a:p>
        </p:txBody>
      </p:sp>
      <p:sp>
        <p:nvSpPr>
          <p:cNvPr id="7" name="Title 9">
            <a:extLst>
              <a:ext uri="{FF2B5EF4-FFF2-40B4-BE49-F238E27FC236}">
                <a16:creationId xmlns:a16="http://schemas.microsoft.com/office/drawing/2014/main" id="{B8F93EE6-89D1-0645-9A15-F2B174758B31}"/>
              </a:ext>
            </a:extLst>
          </p:cNvPr>
          <p:cNvSpPr>
            <a:spLocks noGrp="1"/>
          </p:cNvSpPr>
          <p:nvPr>
            <p:ph type="title" hasCustomPrompt="1"/>
          </p:nvPr>
        </p:nvSpPr>
        <p:spPr>
          <a:xfrm>
            <a:off x="558836" y="2571750"/>
            <a:ext cx="5529713" cy="683264"/>
          </a:xfrm>
          <a:prstGeom prst="rect">
            <a:avLst/>
          </a:prstGeom>
        </p:spPr>
        <p:txBody>
          <a:bodyPr wrap="square" bIns="182880" anchor="t" anchorCtr="0">
            <a:spAutoFit/>
          </a:bodyPr>
          <a:lstStyle>
            <a:lvl1pPr>
              <a:defRPr sz="3600" b="0" i="0">
                <a:latin typeface="Lato Black" panose="020F0A02020204030203" pitchFamily="34" charset="0"/>
                <a:ea typeface="GulimChe" panose="020B0609000101010101" pitchFamily="49" charset="-127"/>
              </a:defRPr>
            </a:lvl1pPr>
          </a:lstStyle>
          <a:p>
            <a:r>
              <a:rPr lang="en-US"/>
              <a:t>Presentation Title</a:t>
            </a:r>
          </a:p>
        </p:txBody>
      </p:sp>
      <p:sp>
        <p:nvSpPr>
          <p:cNvPr id="3" name="Content Placeholder 2">
            <a:extLst>
              <a:ext uri="{FF2B5EF4-FFF2-40B4-BE49-F238E27FC236}">
                <a16:creationId xmlns:a16="http://schemas.microsoft.com/office/drawing/2014/main" id="{187C5375-F4E8-034A-89E4-EA7C85EC3BE2}"/>
              </a:ext>
            </a:extLst>
          </p:cNvPr>
          <p:cNvSpPr>
            <a:spLocks noGrp="1"/>
          </p:cNvSpPr>
          <p:nvPr>
            <p:ph sz="quarter" idx="12" hasCustomPrompt="1"/>
          </p:nvPr>
        </p:nvSpPr>
        <p:spPr>
          <a:xfrm>
            <a:off x="585788" y="327865"/>
            <a:ext cx="1467871" cy="640080"/>
          </a:xfrm>
        </p:spPr>
        <p:txBody>
          <a:bodyPr anchor="ctr" anchorCtr="1">
            <a:noAutofit/>
          </a:bodyPr>
          <a:lstStyle>
            <a:lvl1pPr>
              <a:defRPr sz="900">
                <a:latin typeface="+mj-lt"/>
              </a:defRPr>
            </a:lvl1pPr>
          </a:lstStyle>
          <a:p>
            <a:pPr lvl="0"/>
            <a:r>
              <a:rPr lang="en-US"/>
              <a:t>Client Logo </a:t>
            </a:r>
          </a:p>
        </p:txBody>
      </p:sp>
      <p:sp>
        <p:nvSpPr>
          <p:cNvPr id="11" name="Text Placeholder 8">
            <a:extLst>
              <a:ext uri="{FF2B5EF4-FFF2-40B4-BE49-F238E27FC236}">
                <a16:creationId xmlns:a16="http://schemas.microsoft.com/office/drawing/2014/main" id="{B5A269AA-BB0A-4342-AB33-7F08E043BC95}"/>
              </a:ext>
            </a:extLst>
          </p:cNvPr>
          <p:cNvSpPr>
            <a:spLocks noGrp="1"/>
          </p:cNvSpPr>
          <p:nvPr>
            <p:ph type="body" sz="quarter" idx="13" hasCustomPrompt="1"/>
          </p:nvPr>
        </p:nvSpPr>
        <p:spPr>
          <a:xfrm>
            <a:off x="580313" y="3277641"/>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Optional info text</a:t>
            </a:r>
          </a:p>
        </p:txBody>
      </p:sp>
    </p:spTree>
    <p:extLst>
      <p:ext uri="{BB962C8B-B14F-4D97-AF65-F5344CB8AC3E}">
        <p14:creationId xmlns:p14="http://schemas.microsoft.com/office/powerpoint/2010/main" val="2804806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108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51755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3"/>
            <a:ext cx="7972425" cy="1198213"/>
          </a:xfrm>
        </p:spPr>
        <p:txBody>
          <a:bodyPr/>
          <a:lstStyle>
            <a:lvl2pPr indent="-118872">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9784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 2 Content Cloumns">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D1784B98-EA53-9743-846F-6A0E94D2886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24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601E6B25-3882-E74C-ADA2-84CB1AB89C6B}"/>
              </a:ext>
            </a:extLst>
          </p:cNvPr>
          <p:cNvSpPr>
            <a:spLocks noGrp="1"/>
          </p:cNvSpPr>
          <p:nvPr>
            <p:ph type="body" sz="quarter" idx="18"/>
          </p:nvPr>
        </p:nvSpPr>
        <p:spPr>
          <a:xfrm>
            <a:off x="587376"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22" name="Text Placeholder 2">
            <a:extLst>
              <a:ext uri="{FF2B5EF4-FFF2-40B4-BE49-F238E27FC236}">
                <a16:creationId xmlns:a16="http://schemas.microsoft.com/office/drawing/2014/main" id="{56BFFC5C-B10A-AC44-9ADB-46765E7D7673}"/>
              </a:ext>
            </a:extLst>
          </p:cNvPr>
          <p:cNvSpPr>
            <a:spLocks noGrp="1"/>
          </p:cNvSpPr>
          <p:nvPr>
            <p:ph type="body" sz="quarter" idx="21" hasCustomPrompt="1"/>
          </p:nvPr>
        </p:nvSpPr>
        <p:spPr>
          <a:xfrm>
            <a:off x="4649787" y="1828605"/>
            <a:ext cx="3095624" cy="758606"/>
          </a:xfrm>
          <a:prstGeom prst="rect">
            <a:avLst/>
          </a:prstGeom>
        </p:spPr>
        <p:txBody>
          <a:bodyPr/>
          <a:lstStyle>
            <a:lvl2pPr>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sp>
        <p:nvSpPr>
          <p:cNvPr id="23" name="Text Placeholder 2">
            <a:extLst>
              <a:ext uri="{FF2B5EF4-FFF2-40B4-BE49-F238E27FC236}">
                <a16:creationId xmlns:a16="http://schemas.microsoft.com/office/drawing/2014/main" id="{F6091B78-9155-CA4A-A10B-EDE56E81CD1A}"/>
              </a:ext>
            </a:extLst>
          </p:cNvPr>
          <p:cNvSpPr>
            <a:spLocks noGrp="1"/>
          </p:cNvSpPr>
          <p:nvPr>
            <p:ph type="body" sz="quarter" idx="22"/>
          </p:nvPr>
        </p:nvSpPr>
        <p:spPr>
          <a:xfrm>
            <a:off x="4649787"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8" name="Text Placeholder 2">
            <a:extLst>
              <a:ext uri="{FF2B5EF4-FFF2-40B4-BE49-F238E27FC236}">
                <a16:creationId xmlns:a16="http://schemas.microsoft.com/office/drawing/2014/main" id="{2255BA7A-9526-C548-ACBD-804FCD63B0DD}"/>
              </a:ext>
            </a:extLst>
          </p:cNvPr>
          <p:cNvSpPr>
            <a:spLocks noGrp="1"/>
          </p:cNvSpPr>
          <p:nvPr>
            <p:ph type="body" sz="quarter" idx="23" hasCustomPrompt="1"/>
          </p:nvPr>
        </p:nvSpPr>
        <p:spPr>
          <a:xfrm>
            <a:off x="592617" y="1828605"/>
            <a:ext cx="3095624" cy="758606"/>
          </a:xfrm>
          <a:prstGeom prst="rect">
            <a:avLst/>
          </a:prstGeom>
        </p:spPr>
        <p:txBody>
          <a:bodyPr/>
          <a:lstStyle>
            <a:lvl2pPr indent="-118872">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7D3BD11F-57FA-4B40-A03F-EE8B0F32BB52}"/>
              </a:ext>
            </a:extLst>
          </p:cNvPr>
          <p:cNvCxnSpPr>
            <a:cxnSpLocks/>
          </p:cNvCxnSpPr>
          <p:nvPr userDrawn="1"/>
        </p:nvCxnSpPr>
        <p:spPr>
          <a:xfrm>
            <a:off x="4197031" y="1543050"/>
            <a:ext cx="0" cy="30861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782D36D4-F854-3440-BFF8-AC3834ED941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05286859"/>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 3 Content Cloumns">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4ED310B5-38B7-2F4B-9EB1-9F0FE21E5119}"/>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742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3" name="Text Placeholder 2">
            <a:extLst>
              <a:ext uri="{FF2B5EF4-FFF2-40B4-BE49-F238E27FC236}">
                <a16:creationId xmlns:a16="http://schemas.microsoft.com/office/drawing/2014/main" id="{9880D901-ACB9-8A42-9E43-D81743204744}"/>
              </a:ext>
            </a:extLst>
          </p:cNvPr>
          <p:cNvSpPr>
            <a:spLocks noGrp="1"/>
          </p:cNvSpPr>
          <p:nvPr>
            <p:ph type="body" sz="quarter" idx="17"/>
          </p:nvPr>
        </p:nvSpPr>
        <p:spPr>
          <a:xfrm>
            <a:off x="587376" y="1828605"/>
            <a:ext cx="2281238"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E7994FFE-9132-E449-806F-B373E0693CDD}"/>
              </a:ext>
            </a:extLst>
          </p:cNvPr>
          <p:cNvSpPr>
            <a:spLocks noGrp="1"/>
          </p:cNvSpPr>
          <p:nvPr>
            <p:ph type="body" sz="quarter" idx="18"/>
          </p:nvPr>
        </p:nvSpPr>
        <p:spPr>
          <a:xfrm>
            <a:off x="587376"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5" name="Text Placeholder 2">
            <a:extLst>
              <a:ext uri="{FF2B5EF4-FFF2-40B4-BE49-F238E27FC236}">
                <a16:creationId xmlns:a16="http://schemas.microsoft.com/office/drawing/2014/main" id="{A2A867E7-52C2-8948-8566-E22BA0002721}"/>
              </a:ext>
            </a:extLst>
          </p:cNvPr>
          <p:cNvSpPr>
            <a:spLocks noGrp="1"/>
          </p:cNvSpPr>
          <p:nvPr>
            <p:ph type="body" sz="quarter" idx="19"/>
          </p:nvPr>
        </p:nvSpPr>
        <p:spPr>
          <a:xfrm>
            <a:off x="6280254" y="1828605"/>
            <a:ext cx="2281238" cy="198965"/>
          </a:xfrm>
          <a:prstGeom prst="rect">
            <a:avLst/>
          </a:prstGeom>
        </p:spPr>
        <p:txBody>
          <a:bodyPr/>
          <a:lstStyle/>
          <a:p>
            <a:pPr lvl="0"/>
            <a:r>
              <a:rPr lang="en-US"/>
              <a:t>Click to edit Master text styles</a:t>
            </a:r>
          </a:p>
        </p:txBody>
      </p:sp>
      <p:sp>
        <p:nvSpPr>
          <p:cNvPr id="16" name="Text Placeholder 2">
            <a:extLst>
              <a:ext uri="{FF2B5EF4-FFF2-40B4-BE49-F238E27FC236}">
                <a16:creationId xmlns:a16="http://schemas.microsoft.com/office/drawing/2014/main" id="{695452D8-9BD2-4446-9B44-EC6A63781A4C}"/>
              </a:ext>
            </a:extLst>
          </p:cNvPr>
          <p:cNvSpPr>
            <a:spLocks noGrp="1"/>
          </p:cNvSpPr>
          <p:nvPr>
            <p:ph type="body" sz="quarter" idx="20"/>
          </p:nvPr>
        </p:nvSpPr>
        <p:spPr>
          <a:xfrm>
            <a:off x="6280254"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7" name="Text Placeholder 2">
            <a:extLst>
              <a:ext uri="{FF2B5EF4-FFF2-40B4-BE49-F238E27FC236}">
                <a16:creationId xmlns:a16="http://schemas.microsoft.com/office/drawing/2014/main" id="{226FD8A8-18D3-7D42-8B10-4994429B5FF8}"/>
              </a:ext>
            </a:extLst>
          </p:cNvPr>
          <p:cNvSpPr>
            <a:spLocks noGrp="1"/>
          </p:cNvSpPr>
          <p:nvPr>
            <p:ph type="body" sz="quarter" idx="21"/>
          </p:nvPr>
        </p:nvSpPr>
        <p:spPr>
          <a:xfrm>
            <a:off x="3435467" y="1828605"/>
            <a:ext cx="2281238" cy="198965"/>
          </a:xfrm>
          <a:prstGeom prst="rect">
            <a:avLst/>
          </a:prstGeom>
        </p:spPr>
        <p:txBody>
          <a:bodyPr/>
          <a:lstStyle/>
          <a:p>
            <a:pPr lvl="0"/>
            <a:r>
              <a:rPr lang="en-US"/>
              <a:t>Click to edit Master text styles</a:t>
            </a:r>
          </a:p>
        </p:txBody>
      </p:sp>
      <p:sp>
        <p:nvSpPr>
          <p:cNvPr id="18" name="Text Placeholder 2">
            <a:extLst>
              <a:ext uri="{FF2B5EF4-FFF2-40B4-BE49-F238E27FC236}">
                <a16:creationId xmlns:a16="http://schemas.microsoft.com/office/drawing/2014/main" id="{7D6B1E7D-B34C-DD47-919D-F8CBE85715BC}"/>
              </a:ext>
            </a:extLst>
          </p:cNvPr>
          <p:cNvSpPr>
            <a:spLocks noGrp="1"/>
          </p:cNvSpPr>
          <p:nvPr>
            <p:ph type="body" sz="quarter" idx="22"/>
          </p:nvPr>
        </p:nvSpPr>
        <p:spPr>
          <a:xfrm>
            <a:off x="3435467"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grpSp>
        <p:nvGrpSpPr>
          <p:cNvPr id="10" name="Group 9">
            <a:extLst>
              <a:ext uri="{FF2B5EF4-FFF2-40B4-BE49-F238E27FC236}">
                <a16:creationId xmlns:a16="http://schemas.microsoft.com/office/drawing/2014/main" id="{8CE5DD0B-8AEF-ED4C-A469-C54FFAB978AD}"/>
              </a:ext>
            </a:extLst>
          </p:cNvPr>
          <p:cNvGrpSpPr/>
          <p:nvPr userDrawn="1"/>
        </p:nvGrpSpPr>
        <p:grpSpPr>
          <a:xfrm>
            <a:off x="3157640" y="1543050"/>
            <a:ext cx="2868190" cy="3086100"/>
            <a:chOff x="2420857" y="1542306"/>
            <a:chExt cx="2868190" cy="2858244"/>
          </a:xfrm>
        </p:grpSpPr>
        <p:cxnSp>
          <p:nvCxnSpPr>
            <p:cNvPr id="11" name="Straight Connector 10">
              <a:extLst>
                <a:ext uri="{FF2B5EF4-FFF2-40B4-BE49-F238E27FC236}">
                  <a16:creationId xmlns:a16="http://schemas.microsoft.com/office/drawing/2014/main" id="{B1A4E979-08C0-514A-AB2B-3D98E7D0C31B}"/>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B01BD20-79BF-2F41-9408-96EE91EE549D}"/>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pic>
        <p:nvPicPr>
          <p:cNvPr id="23" name="Picture 6">
            <a:extLst>
              <a:ext uri="{FF2B5EF4-FFF2-40B4-BE49-F238E27FC236}">
                <a16:creationId xmlns:a16="http://schemas.microsoft.com/office/drawing/2014/main" id="{5C7CBAB0-BEC5-614D-9C32-90CB4A7D58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891975102"/>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8D4F7D4-536B-6F40-9B4B-4C3565A312D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1611487"/>
            <a:ext cx="470743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14427F84-1BEE-8B47-A87C-695A9DBF5045}"/>
              </a:ext>
            </a:extLst>
          </p:cNvPr>
          <p:cNvSpPr>
            <a:spLocks noGrp="1"/>
          </p:cNvSpPr>
          <p:nvPr>
            <p:ph type="body" sz="quarter" idx="18"/>
          </p:nvPr>
        </p:nvSpPr>
        <p:spPr>
          <a:xfrm>
            <a:off x="587375" y="2183951"/>
            <a:ext cx="3905249"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3605C96B-D05C-1441-9397-D01FB56D961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869306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Righ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4058195" y="1611487"/>
            <a:ext cx="477190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8" name="Text Placeholder 2">
            <a:extLst>
              <a:ext uri="{FF2B5EF4-FFF2-40B4-BE49-F238E27FC236}">
                <a16:creationId xmlns:a16="http://schemas.microsoft.com/office/drawing/2014/main" id="{B21A7C5E-C98A-DE45-B0AB-1ADC5F8592DD}"/>
              </a:ext>
            </a:extLst>
          </p:cNvPr>
          <p:cNvSpPr>
            <a:spLocks noGrp="1"/>
          </p:cNvSpPr>
          <p:nvPr>
            <p:ph type="body" sz="quarter" idx="18"/>
          </p:nvPr>
        </p:nvSpPr>
        <p:spPr>
          <a:xfrm>
            <a:off x="4058195" y="2195381"/>
            <a:ext cx="4501606" cy="264160"/>
          </a:xfrm>
          <a:prstGeom prst="rect">
            <a:avLst/>
          </a:prstGeom>
        </p:spPr>
        <p:txBody>
          <a:bodyPr/>
          <a:lstStyle/>
          <a:p>
            <a:pPr lvl="0"/>
            <a:r>
              <a:rPr lang="en-US"/>
              <a:t>Click to edit Master text styles</a:t>
            </a:r>
          </a:p>
        </p:txBody>
      </p:sp>
      <p:sp>
        <p:nvSpPr>
          <p:cNvPr id="10" name="TextBox 9">
            <a:extLst>
              <a:ext uri="{FF2B5EF4-FFF2-40B4-BE49-F238E27FC236}">
                <a16:creationId xmlns:a16="http://schemas.microsoft.com/office/drawing/2014/main" id="{6E5B2EE1-D46F-E042-B215-A6DCA13BCA1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C77AD107-D8D0-8042-AB30-6740C3320E3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1793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14350"/>
            <a:ext cx="3905251" cy="4114800"/>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88E5A07A-C6E1-6843-9316-5B63BD7DE3AE}"/>
              </a:ext>
            </a:extLst>
          </p:cNvPr>
          <p:cNvSpPr>
            <a:spLocks noGrp="1"/>
          </p:cNvSpPr>
          <p:nvPr>
            <p:ph type="body" sz="quarter" idx="18"/>
          </p:nvPr>
        </p:nvSpPr>
        <p:spPr>
          <a:xfrm>
            <a:off x="5457824" y="514350"/>
            <a:ext cx="3098801" cy="4114799"/>
          </a:xfrm>
          <a:prstGeom prst="rect">
            <a:avLst/>
          </a:prstGeom>
        </p:spPr>
        <p:txBody>
          <a:bodyPr anchor="ctr" anchorCtr="0">
            <a:noAutofit/>
          </a:bodyPr>
          <a:lstStyle/>
          <a:p>
            <a:pPr lvl="0"/>
            <a:r>
              <a:rPr lang="en-US"/>
              <a:t>Click to edit Master text styles</a:t>
            </a: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02319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itle 1">
            <a:extLst>
              <a:ext uri="{FF2B5EF4-FFF2-40B4-BE49-F238E27FC236}">
                <a16:creationId xmlns:a16="http://schemas.microsoft.com/office/drawing/2014/main" id="{574C4B78-6A47-2737-3ADE-137D2DFA3618}"/>
              </a:ext>
            </a:extLst>
          </p:cNvPr>
          <p:cNvSpPr>
            <a:spLocks noGrp="1"/>
          </p:cNvSpPr>
          <p:nvPr>
            <p:ph type="title"/>
          </p:nvPr>
        </p:nvSpPr>
        <p:spPr>
          <a:xfrm>
            <a:off x="4828844" y="514350"/>
            <a:ext cx="3905251" cy="3886201"/>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3" name="Text Placeholder 2">
            <a:extLst>
              <a:ext uri="{FF2B5EF4-FFF2-40B4-BE49-F238E27FC236}">
                <a16:creationId xmlns:a16="http://schemas.microsoft.com/office/drawing/2014/main" id="{84633104-B501-7797-84AF-089CE87AD9D9}"/>
              </a:ext>
            </a:extLst>
          </p:cNvPr>
          <p:cNvSpPr>
            <a:spLocks noGrp="1"/>
          </p:cNvSpPr>
          <p:nvPr>
            <p:ph type="body" sz="quarter" idx="10"/>
          </p:nvPr>
        </p:nvSpPr>
        <p:spPr>
          <a:xfrm>
            <a:off x="553327" y="514349"/>
            <a:ext cx="3770539" cy="38862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4090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 Image Left">
    <p:spTree>
      <p:nvGrpSpPr>
        <p:cNvPr id="1" name=""/>
        <p:cNvGrpSpPr/>
        <p:nvPr/>
      </p:nvGrpSpPr>
      <p:grpSpPr>
        <a:xfrm>
          <a:off x="0" y="0"/>
          <a:ext cx="0" cy="0"/>
          <a:chOff x="0" y="0"/>
          <a:chExt cx="0" cy="0"/>
        </a:xfrm>
      </p:grpSpPr>
      <p:sp>
        <p:nvSpPr>
          <p:cNvPr id="10" name="Picture Placeholder 5">
            <a:extLst>
              <a:ext uri="{FF2B5EF4-FFF2-40B4-BE49-F238E27FC236}">
                <a16:creationId xmlns:a16="http://schemas.microsoft.com/office/drawing/2014/main" id="{B8291196-1C29-E647-AC0E-F3CF21A7F81E}"/>
              </a:ext>
            </a:extLst>
          </p:cNvPr>
          <p:cNvSpPr>
            <a:spLocks noGrp="1"/>
          </p:cNvSpPr>
          <p:nvPr>
            <p:ph type="pic" sz="quarter" idx="11" hasCustomPrompt="1"/>
          </p:nvPr>
        </p:nvSpPr>
        <p:spPr>
          <a:xfrm>
            <a:off x="0" y="0"/>
            <a:ext cx="4519562" cy="514789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0 w 4537696"/>
              <a:gd name="connsiteY0" fmla="*/ 2204 h 5166342"/>
              <a:gd name="connsiteX1" fmla="*/ 4537696 w 4537696"/>
              <a:gd name="connsiteY1" fmla="*/ 0 h 5166342"/>
              <a:gd name="connsiteX2" fmla="*/ 3015098 w 4537696"/>
              <a:gd name="connsiteY2" fmla="*/ 5166342 h 5166342"/>
              <a:gd name="connsiteX3" fmla="*/ 0 w 4537696"/>
              <a:gd name="connsiteY3" fmla="*/ 5153642 h 5166342"/>
              <a:gd name="connsiteX4" fmla="*/ 0 w 4537696"/>
              <a:gd name="connsiteY4" fmla="*/ 2204 h 5166342"/>
              <a:gd name="connsiteX0" fmla="*/ 0 w 4537696"/>
              <a:gd name="connsiteY0" fmla="*/ 2204 h 5168546"/>
              <a:gd name="connsiteX1" fmla="*/ 4537696 w 4537696"/>
              <a:gd name="connsiteY1" fmla="*/ 0 h 5168546"/>
              <a:gd name="connsiteX2" fmla="*/ 3015098 w 4537696"/>
              <a:gd name="connsiteY2" fmla="*/ 5166342 h 5168546"/>
              <a:gd name="connsiteX3" fmla="*/ 2980 w 4537696"/>
              <a:gd name="connsiteY3" fmla="*/ 5168546 h 5168546"/>
              <a:gd name="connsiteX4" fmla="*/ 0 w 4537696"/>
              <a:gd name="connsiteY4" fmla="*/ 2204 h 516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7696" h="5168546">
                <a:moveTo>
                  <a:pt x="0" y="2204"/>
                </a:moveTo>
                <a:lnTo>
                  <a:pt x="4537696" y="0"/>
                </a:lnTo>
                <a:lnTo>
                  <a:pt x="3015098" y="5166342"/>
                </a:lnTo>
                <a:lnTo>
                  <a:pt x="2980" y="5168546"/>
                </a:lnTo>
                <a:cubicBezTo>
                  <a:pt x="1987" y="3446432"/>
                  <a:pt x="993" y="1724318"/>
                  <a:pt x="0" y="2204"/>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3832324" y="0"/>
            <a:ext cx="1080083" cy="3489325"/>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6" name="Title 1">
            <a:extLst>
              <a:ext uri="{FF2B5EF4-FFF2-40B4-BE49-F238E27FC236}">
                <a16:creationId xmlns:a16="http://schemas.microsoft.com/office/drawing/2014/main" id="{34B98561-AC63-DD4D-AF1D-1A92BF002DA5}"/>
              </a:ext>
            </a:extLst>
          </p:cNvPr>
          <p:cNvSpPr>
            <a:spLocks noGrp="1"/>
          </p:cNvSpPr>
          <p:nvPr>
            <p:ph type="title" hasCustomPrompt="1"/>
          </p:nvPr>
        </p:nvSpPr>
        <p:spPr>
          <a:xfrm>
            <a:off x="4960824" y="2218850"/>
            <a:ext cx="357981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 </a:t>
            </a:r>
          </a:p>
        </p:txBody>
      </p:sp>
      <p:sp>
        <p:nvSpPr>
          <p:cNvPr id="18" name="Text Placeholder 8">
            <a:extLst>
              <a:ext uri="{FF2B5EF4-FFF2-40B4-BE49-F238E27FC236}">
                <a16:creationId xmlns:a16="http://schemas.microsoft.com/office/drawing/2014/main" id="{CB324E85-D620-4F46-A404-E1EA3814CBF1}"/>
              </a:ext>
            </a:extLst>
          </p:cNvPr>
          <p:cNvSpPr>
            <a:spLocks noGrp="1"/>
          </p:cNvSpPr>
          <p:nvPr>
            <p:ph type="body" sz="quarter" idx="15" hasCustomPrompt="1"/>
          </p:nvPr>
        </p:nvSpPr>
        <p:spPr>
          <a:xfrm>
            <a:off x="4978400"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8" name="Text Placeholder 2">
            <a:extLst>
              <a:ext uri="{FF2B5EF4-FFF2-40B4-BE49-F238E27FC236}">
                <a16:creationId xmlns:a16="http://schemas.microsoft.com/office/drawing/2014/main" id="{AA49F9C0-178B-8147-A74C-7369D0D1F0F5}"/>
              </a:ext>
            </a:extLst>
          </p:cNvPr>
          <p:cNvSpPr>
            <a:spLocks noGrp="1"/>
          </p:cNvSpPr>
          <p:nvPr>
            <p:ph type="body" sz="quarter" idx="18"/>
          </p:nvPr>
        </p:nvSpPr>
        <p:spPr>
          <a:xfrm>
            <a:off x="4978400" y="3306682"/>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9563108"/>
      </p:ext>
    </p:extLst>
  </p:cSld>
  <p:clrMapOvr>
    <a:masterClrMapping/>
  </p:clrMapOvr>
  <p:extLst>
    <p:ext uri="{DCECCB84-F9BA-43D5-87BE-67443E8EF086}">
      <p15:sldGuideLst xmlns:p15="http://schemas.microsoft.com/office/powerpoint/2012/main">
        <p15:guide id="1" pos="2880">
          <p15:clr>
            <a:srgbClr val="FBAE40"/>
          </p15:clr>
        </p15:guide>
        <p15:guide id="2" pos="31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Title +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4783478" y="0"/>
            <a:ext cx="1040719" cy="3342471"/>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2" name="Picture Placeholder 9">
            <a:extLst>
              <a:ext uri="{FF2B5EF4-FFF2-40B4-BE49-F238E27FC236}">
                <a16:creationId xmlns:a16="http://schemas.microsoft.com/office/drawing/2014/main" id="{82A62099-EE4E-AF43-92D1-2036095FCB58}"/>
              </a:ext>
            </a:extLst>
          </p:cNvPr>
          <p:cNvSpPr>
            <a:spLocks noGrp="1"/>
          </p:cNvSpPr>
          <p:nvPr>
            <p:ph type="pic" sz="quarter" idx="13" hasCustomPrompt="1"/>
          </p:nvPr>
        </p:nvSpPr>
        <p:spPr>
          <a:xfrm>
            <a:off x="4632542" y="-3175"/>
            <a:ext cx="4511459" cy="5146675"/>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21200" h="5157788">
                <a:moveTo>
                  <a:pt x="1530350" y="0"/>
                </a:moveTo>
                <a:lnTo>
                  <a:pt x="4521200" y="6350"/>
                </a:lnTo>
                <a:lnTo>
                  <a:pt x="4521200" y="5157788"/>
                </a:ln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C4888F68-50DD-694A-94B6-2CEEB850D4FD}"/>
              </a:ext>
            </a:extLst>
          </p:cNvPr>
          <p:cNvSpPr>
            <a:spLocks noGrp="1"/>
          </p:cNvSpPr>
          <p:nvPr>
            <p:ph type="title"/>
          </p:nvPr>
        </p:nvSpPr>
        <p:spPr>
          <a:xfrm>
            <a:off x="565475" y="2218850"/>
            <a:ext cx="358734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a:t>
            </a:r>
          </a:p>
        </p:txBody>
      </p:sp>
      <p:sp>
        <p:nvSpPr>
          <p:cNvPr id="15" name="Text Placeholder 8">
            <a:extLst>
              <a:ext uri="{FF2B5EF4-FFF2-40B4-BE49-F238E27FC236}">
                <a16:creationId xmlns:a16="http://schemas.microsoft.com/office/drawing/2014/main" id="{7FA27A8A-E35B-9645-A87F-2AE91C05ED3A}"/>
              </a:ext>
            </a:extLst>
          </p:cNvPr>
          <p:cNvSpPr>
            <a:spLocks noGrp="1"/>
          </p:cNvSpPr>
          <p:nvPr>
            <p:ph type="body" sz="quarter" idx="15" hasCustomPrompt="1"/>
          </p:nvPr>
        </p:nvSpPr>
        <p:spPr>
          <a:xfrm>
            <a:off x="587375"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0" name="Text Placeholder 2">
            <a:extLst>
              <a:ext uri="{FF2B5EF4-FFF2-40B4-BE49-F238E27FC236}">
                <a16:creationId xmlns:a16="http://schemas.microsoft.com/office/drawing/2014/main" id="{0217F5D8-10FE-ED43-9417-BA0F4BC42CCE}"/>
              </a:ext>
            </a:extLst>
          </p:cNvPr>
          <p:cNvSpPr>
            <a:spLocks noGrp="1"/>
          </p:cNvSpPr>
          <p:nvPr>
            <p:ph type="body" sz="quarter" idx="18"/>
          </p:nvPr>
        </p:nvSpPr>
        <p:spPr>
          <a:xfrm>
            <a:off x="587376" y="3306575"/>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2508084339"/>
      </p:ext>
    </p:extLst>
  </p:cSld>
  <p:clrMapOvr>
    <a:masterClrMapping/>
  </p:clrMapOvr>
  <p:extLst>
    <p:ext uri="{DCECCB84-F9BA-43D5-87BE-67443E8EF086}">
      <p15:sldGuideLst xmlns:p15="http://schemas.microsoft.com/office/powerpoint/2012/main">
        <p15:guide id="1" pos="263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Column + Large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735C161-0986-3148-8874-3E36501B4D8B}"/>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5208586"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D583C9D7-E332-1C44-BB8B-FB77D5A331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5FDD6D66-4B9C-6B9A-9673-E672C5B51DE9}"/>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33600273"/>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 Columns + Large Image Left">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BC1EFC4-E818-8F4E-B854-973F8F060B1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2438400" cy="198965"/>
          </a:xfrm>
          <a:prstGeom prst="rect">
            <a:avLst/>
          </a:prstGeom>
        </p:spPr>
        <p:txBody>
          <a:bodyPr/>
          <a:lstStyle/>
          <a:p>
            <a:pPr lvl="0"/>
            <a:r>
              <a:rPr lang="en-US"/>
              <a:t>Click to edit Master text styles</a:t>
            </a:r>
          </a:p>
        </p:txBody>
      </p:sp>
      <p:sp>
        <p:nvSpPr>
          <p:cNvPr id="10" name="Text Placeholder 2">
            <a:extLst>
              <a:ext uri="{FF2B5EF4-FFF2-40B4-BE49-F238E27FC236}">
                <a16:creationId xmlns:a16="http://schemas.microsoft.com/office/drawing/2014/main" id="{B3AE2CF0-754D-A644-8BF1-983A02C1E926}"/>
              </a:ext>
            </a:extLst>
          </p:cNvPr>
          <p:cNvSpPr>
            <a:spLocks noGrp="1"/>
          </p:cNvSpPr>
          <p:nvPr>
            <p:ph type="body" sz="quarter" idx="19"/>
          </p:nvPr>
        </p:nvSpPr>
        <p:spPr>
          <a:xfrm>
            <a:off x="6129809" y="2127344"/>
            <a:ext cx="2438400" cy="198965"/>
          </a:xfrm>
          <a:prstGeom prst="rect">
            <a:avLst/>
          </a:prstGeom>
        </p:spPr>
        <p:txBody>
          <a:bodyPr/>
          <a:lstStyle/>
          <a:p>
            <a:pPr lvl="0"/>
            <a:r>
              <a:rPr lang="en-US"/>
              <a:t>Click to edit Master text styles</a:t>
            </a:r>
          </a:p>
        </p:txBody>
      </p:sp>
      <p:pic>
        <p:nvPicPr>
          <p:cNvPr id="15" name="Picture 6">
            <a:extLst>
              <a:ext uri="{FF2B5EF4-FFF2-40B4-BE49-F238E27FC236}">
                <a16:creationId xmlns:a16="http://schemas.microsoft.com/office/drawing/2014/main" id="{3F98DC86-DE6D-3D43-B81F-B648176135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489B27A0-F1F8-A8DF-6D32-5C983687602C}"/>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3607196432"/>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1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50737"/>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5" name="Text Placeholder 2">
            <a:extLst>
              <a:ext uri="{FF2B5EF4-FFF2-40B4-BE49-F238E27FC236}">
                <a16:creationId xmlns:a16="http://schemas.microsoft.com/office/drawing/2014/main" id="{B996BC38-D185-C649-BB27-576E285A9287}"/>
              </a:ext>
            </a:extLst>
          </p:cNvPr>
          <p:cNvSpPr>
            <a:spLocks noGrp="1"/>
          </p:cNvSpPr>
          <p:nvPr>
            <p:ph type="body" sz="quarter" idx="18"/>
          </p:nvPr>
        </p:nvSpPr>
        <p:spPr>
          <a:xfrm>
            <a:off x="587374" y="2130543"/>
            <a:ext cx="5203825"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02678C92-D0B6-A39B-5AE2-5084A95AD9E8}"/>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87431208"/>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2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46249"/>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2" name="Text Placeholder 2">
            <a:extLst>
              <a:ext uri="{FF2B5EF4-FFF2-40B4-BE49-F238E27FC236}">
                <a16:creationId xmlns:a16="http://schemas.microsoft.com/office/drawing/2014/main" id="{BFAA3997-2E28-1E4B-89A8-A2959CA2D36C}"/>
              </a:ext>
            </a:extLst>
          </p:cNvPr>
          <p:cNvSpPr>
            <a:spLocks noGrp="1"/>
          </p:cNvSpPr>
          <p:nvPr>
            <p:ph type="body" sz="quarter" idx="18"/>
          </p:nvPr>
        </p:nvSpPr>
        <p:spPr>
          <a:xfrm>
            <a:off x="587375" y="2130543"/>
            <a:ext cx="2438400"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C5C3FC33-E8E5-9B40-839C-D29294870FB0}"/>
              </a:ext>
            </a:extLst>
          </p:cNvPr>
          <p:cNvSpPr>
            <a:spLocks noGrp="1"/>
          </p:cNvSpPr>
          <p:nvPr>
            <p:ph type="body" sz="quarter" idx="19"/>
          </p:nvPr>
        </p:nvSpPr>
        <p:spPr>
          <a:xfrm>
            <a:off x="3365971" y="2130543"/>
            <a:ext cx="2438400"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9976ACF3-B1A6-534D-A466-51135059CDF3}"/>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255331940"/>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3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772017"/>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16180233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a:solidFill>
            <a:schemeClr val="tx1">
              <a:lumMod val="10000"/>
              <a:lumOff val="90000"/>
            </a:schemeClr>
          </a:solidFill>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888255"/>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6037105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3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118803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a:solidFill>
            <a:schemeClr val="tx1">
              <a:lumMod val="10000"/>
              <a:lumOff val="90000"/>
            </a:schemeClr>
          </a:solidFill>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5644819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1 Column +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84176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800940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 Column + Image Right">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5607446" y="30023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1" y="1835375"/>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449960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5821906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674660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197673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41155760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7" name="Title 1">
            <a:extLst>
              <a:ext uri="{FF2B5EF4-FFF2-40B4-BE49-F238E27FC236}">
                <a16:creationId xmlns:a16="http://schemas.microsoft.com/office/drawing/2014/main" id="{1A347907-C689-5D4A-A95D-5B3ED8E88A5E}"/>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0" name="Text Placeholder 2">
            <a:extLst>
              <a:ext uri="{FF2B5EF4-FFF2-40B4-BE49-F238E27FC236}">
                <a16:creationId xmlns:a16="http://schemas.microsoft.com/office/drawing/2014/main" id="{28532ED6-49BF-0941-ABCC-8B3AB5D6F2B5}"/>
              </a:ext>
            </a:extLst>
          </p:cNvPr>
          <p:cNvSpPr>
            <a:spLocks noGrp="1"/>
          </p:cNvSpPr>
          <p:nvPr>
            <p:ph type="body" sz="quarter" idx="18"/>
          </p:nvPr>
        </p:nvSpPr>
        <p:spPr>
          <a:xfrm>
            <a:off x="587375" y="2858238"/>
            <a:ext cx="2281238" cy="198965"/>
          </a:xfrm>
          <a:prstGeom prst="rect">
            <a:avLst/>
          </a:prstGeom>
        </p:spPr>
        <p:txBody>
          <a:bodyPr/>
          <a:lstStyle/>
          <a:p>
            <a:pPr lvl="0"/>
            <a:r>
              <a:rPr lang="en-US"/>
              <a:t>Click to edit Master text styles</a:t>
            </a:r>
          </a:p>
        </p:txBody>
      </p:sp>
      <p:sp>
        <p:nvSpPr>
          <p:cNvPr id="11" name="Text Placeholder 2">
            <a:extLst>
              <a:ext uri="{FF2B5EF4-FFF2-40B4-BE49-F238E27FC236}">
                <a16:creationId xmlns:a16="http://schemas.microsoft.com/office/drawing/2014/main" id="{EECCA1C1-49C0-924D-A599-FB7AAB862F0C}"/>
              </a:ext>
            </a:extLst>
          </p:cNvPr>
          <p:cNvSpPr>
            <a:spLocks noGrp="1"/>
          </p:cNvSpPr>
          <p:nvPr>
            <p:ph type="body" sz="quarter" idx="19"/>
          </p:nvPr>
        </p:nvSpPr>
        <p:spPr>
          <a:xfrm>
            <a:off x="3429794" y="2858238"/>
            <a:ext cx="2281238" cy="198965"/>
          </a:xfrm>
          <a:prstGeom prst="rect">
            <a:avLst/>
          </a:prstGeom>
        </p:spPr>
        <p:txBody>
          <a:bodyPr/>
          <a:lstStyle/>
          <a:p>
            <a:pPr lvl="0"/>
            <a:r>
              <a:rPr lang="en-US"/>
              <a:t>Click to edit Master text styles</a:t>
            </a:r>
          </a:p>
        </p:txBody>
      </p:sp>
      <p:sp>
        <p:nvSpPr>
          <p:cNvPr id="12" name="Text Placeholder 2">
            <a:extLst>
              <a:ext uri="{FF2B5EF4-FFF2-40B4-BE49-F238E27FC236}">
                <a16:creationId xmlns:a16="http://schemas.microsoft.com/office/drawing/2014/main" id="{0E95854E-0FD0-264A-A82A-3BE0A2C7F091}"/>
              </a:ext>
            </a:extLst>
          </p:cNvPr>
          <p:cNvSpPr>
            <a:spLocks noGrp="1"/>
          </p:cNvSpPr>
          <p:nvPr>
            <p:ph type="body" sz="quarter" idx="20"/>
          </p:nvPr>
        </p:nvSpPr>
        <p:spPr>
          <a:xfrm>
            <a:off x="6272213" y="2858238"/>
            <a:ext cx="2281238"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70B5C2F8-630D-A745-A5C8-1B443F3AC981}"/>
              </a:ext>
            </a:extLst>
          </p:cNvPr>
          <p:cNvGrpSpPr/>
          <p:nvPr userDrawn="1"/>
        </p:nvGrpSpPr>
        <p:grpSpPr>
          <a:xfrm>
            <a:off x="3157640" y="2834246"/>
            <a:ext cx="2868190" cy="1794904"/>
            <a:chOff x="2420857" y="1542306"/>
            <a:chExt cx="2868190" cy="2858244"/>
          </a:xfrm>
        </p:grpSpPr>
        <p:cxnSp>
          <p:nvCxnSpPr>
            <p:cNvPr id="9" name="Straight Connector 8">
              <a:extLst>
                <a:ext uri="{FF2B5EF4-FFF2-40B4-BE49-F238E27FC236}">
                  <a16:creationId xmlns:a16="http://schemas.microsoft.com/office/drawing/2014/main" id="{2FC59CC8-8DFD-204F-943A-885CAF591932}"/>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2A336-E7B2-0847-ADD1-0D557158B04B}"/>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30643912"/>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20" name="Title 1">
            <a:extLst>
              <a:ext uri="{FF2B5EF4-FFF2-40B4-BE49-F238E27FC236}">
                <a16:creationId xmlns:a16="http://schemas.microsoft.com/office/drawing/2014/main" id="{D3631CAA-FBA9-354D-B790-F715CF21B93B}"/>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005D4A02-0F37-4547-B7D0-E5109A768D30}"/>
              </a:ext>
            </a:extLst>
          </p:cNvPr>
          <p:cNvSpPr>
            <a:spLocks noGrp="1"/>
          </p:cNvSpPr>
          <p:nvPr>
            <p:ph type="body" sz="quarter" idx="18"/>
          </p:nvPr>
        </p:nvSpPr>
        <p:spPr>
          <a:xfrm>
            <a:off x="587375" y="2858238"/>
            <a:ext cx="1466850" cy="198965"/>
          </a:xfrm>
          <a:prstGeom prst="rect">
            <a:avLst/>
          </a:prstGeom>
        </p:spPr>
        <p:txBody>
          <a:bodyPr/>
          <a:lstStyle/>
          <a:p>
            <a:pPr lvl="0"/>
            <a:r>
              <a:rPr lang="en-US"/>
              <a:t>Click to edit Master text styles</a:t>
            </a:r>
          </a:p>
        </p:txBody>
      </p:sp>
      <p:sp>
        <p:nvSpPr>
          <p:cNvPr id="22" name="Text Placeholder 2">
            <a:extLst>
              <a:ext uri="{FF2B5EF4-FFF2-40B4-BE49-F238E27FC236}">
                <a16:creationId xmlns:a16="http://schemas.microsoft.com/office/drawing/2014/main" id="{9ADF71E1-FC7F-744D-B528-D1D9DEB5C317}"/>
              </a:ext>
            </a:extLst>
          </p:cNvPr>
          <p:cNvSpPr>
            <a:spLocks noGrp="1"/>
          </p:cNvSpPr>
          <p:nvPr>
            <p:ph type="body" sz="quarter" idx="19"/>
          </p:nvPr>
        </p:nvSpPr>
        <p:spPr>
          <a:xfrm>
            <a:off x="2753784" y="2858238"/>
            <a:ext cx="1466850" cy="198965"/>
          </a:xfrm>
          <a:prstGeom prst="rect">
            <a:avLst/>
          </a:prstGeom>
        </p:spPr>
        <p:txBody>
          <a:bodyPr/>
          <a:lstStyle/>
          <a:p>
            <a:pPr lvl="0"/>
            <a:r>
              <a:rPr lang="en-US"/>
              <a:t>Click to edit Master text styles</a:t>
            </a:r>
          </a:p>
        </p:txBody>
      </p:sp>
      <p:sp>
        <p:nvSpPr>
          <p:cNvPr id="23" name="Text Placeholder 2">
            <a:extLst>
              <a:ext uri="{FF2B5EF4-FFF2-40B4-BE49-F238E27FC236}">
                <a16:creationId xmlns:a16="http://schemas.microsoft.com/office/drawing/2014/main" id="{033DFB7C-3731-E345-919A-E7B44547AE4F}"/>
              </a:ext>
            </a:extLst>
          </p:cNvPr>
          <p:cNvSpPr>
            <a:spLocks noGrp="1"/>
          </p:cNvSpPr>
          <p:nvPr>
            <p:ph type="body" sz="quarter" idx="20"/>
          </p:nvPr>
        </p:nvSpPr>
        <p:spPr>
          <a:xfrm>
            <a:off x="7086601" y="2858238"/>
            <a:ext cx="1466850" cy="198965"/>
          </a:xfrm>
          <a:prstGeom prst="rect">
            <a:avLst/>
          </a:prstGeom>
        </p:spPr>
        <p:txBody>
          <a:bodyPr/>
          <a:lstStyle/>
          <a:p>
            <a:pPr lvl="0"/>
            <a:r>
              <a:rPr lang="en-US"/>
              <a:t>Click to edit Master text styles</a:t>
            </a:r>
          </a:p>
        </p:txBody>
      </p:sp>
      <p:sp>
        <p:nvSpPr>
          <p:cNvPr id="24" name="Text Placeholder 2">
            <a:extLst>
              <a:ext uri="{FF2B5EF4-FFF2-40B4-BE49-F238E27FC236}">
                <a16:creationId xmlns:a16="http://schemas.microsoft.com/office/drawing/2014/main" id="{713103A3-B7B1-1E47-9892-F6D020AA84B5}"/>
              </a:ext>
            </a:extLst>
          </p:cNvPr>
          <p:cNvSpPr>
            <a:spLocks noGrp="1"/>
          </p:cNvSpPr>
          <p:nvPr>
            <p:ph type="body" sz="quarter" idx="21"/>
          </p:nvPr>
        </p:nvSpPr>
        <p:spPr>
          <a:xfrm>
            <a:off x="4920193" y="2858238"/>
            <a:ext cx="1466850"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32C3BD86-ECE8-154E-8D40-FAC87F3F46CE}"/>
              </a:ext>
            </a:extLst>
          </p:cNvPr>
          <p:cNvGrpSpPr/>
          <p:nvPr userDrawn="1"/>
        </p:nvGrpSpPr>
        <p:grpSpPr>
          <a:xfrm>
            <a:off x="2420857" y="2834246"/>
            <a:ext cx="4328600" cy="1794904"/>
            <a:chOff x="2420857" y="1542306"/>
            <a:chExt cx="4328600" cy="2858244"/>
          </a:xfrm>
        </p:grpSpPr>
        <p:cxnSp>
          <p:nvCxnSpPr>
            <p:cNvPr id="9" name="Straight Connector 8">
              <a:extLst>
                <a:ext uri="{FF2B5EF4-FFF2-40B4-BE49-F238E27FC236}">
                  <a16:creationId xmlns:a16="http://schemas.microsoft.com/office/drawing/2014/main" id="{6790F535-6B95-1440-89AA-4E77564E1458}"/>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1A1D4A-CA7A-3843-98C2-974B702A84B2}"/>
                </a:ext>
              </a:extLst>
            </p:cNvPr>
            <p:cNvCxnSpPr/>
            <p:nvPr userDrawn="1"/>
          </p:nvCxnSpPr>
          <p:spPr>
            <a:xfrm>
              <a:off x="4572000"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3EFBE8D-DA18-C345-88ED-18351E474F2A}"/>
                </a:ext>
              </a:extLst>
            </p:cNvPr>
            <p:cNvCxnSpPr/>
            <p:nvPr userDrawn="1"/>
          </p:nvCxnSpPr>
          <p:spPr>
            <a:xfrm>
              <a:off x="67494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2451756"/>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Left">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BAD27E8B-ED83-564B-9EB9-7BAA80D7F250}"/>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 uri="{96DAC541-7B7A-43D3-8B79-37D633B846F1}">
                <asvg:svgBlip xmlns:asvg="http://schemas.microsoft.com/office/drawing/2016/SVG/main" r:embed="rId3"/>
              </a:ext>
            </a:extLst>
          </a:blip>
          <a:srcRect l="37966" r="-17351" b="30928"/>
          <a:stretch/>
        </p:blipFill>
        <p:spPr>
          <a:xfrm rot="5400000">
            <a:off x="-40040" y="40038"/>
            <a:ext cx="3093154" cy="3013075"/>
          </a:xfrm>
          <a:prstGeom prst="rect">
            <a:avLst/>
          </a:prstGeom>
        </p:spPr>
      </p:pic>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4118903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5681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Lef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9CBC7E87-5C60-8EF9-E1C7-4B9453DFD2EA}"/>
              </a:ext>
            </a:extLst>
          </p:cNvPr>
          <p:cNvSpPr/>
          <p:nvPr userDrawn="1"/>
        </p:nvSpPr>
        <p:spPr>
          <a:xfrm flipH="1" flipV="1">
            <a:off x="-185343" y="-15574"/>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3290556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Left">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9097684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Righ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5AB1FA0C-9E09-0C2A-5CCA-9AEBCA579ADA}"/>
              </a:ext>
            </a:extLst>
          </p:cNvPr>
          <p:cNvSpPr/>
          <p:nvPr userDrawn="1"/>
        </p:nvSpPr>
        <p:spPr>
          <a:xfrm rot="10800000" flipH="1" flipV="1">
            <a:off x="5449259"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7454237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991559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lank - BG - GradientR - Logo">
    <p:bg>
      <p:bgPr>
        <a:gradFill>
          <a:gsLst>
            <a:gs pos="50000">
              <a:schemeClr val="bg1"/>
            </a:gs>
            <a:gs pos="100000">
              <a:schemeClr val="bg1">
                <a:lumMod val="90000"/>
              </a:schemeClr>
            </a:gs>
          </a:gsLst>
          <a:lin ang="8100000" scaled="1"/>
        </a:gra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A4994F72-1B96-E73B-1B11-AFC141EBF1F4}"/>
              </a:ext>
            </a:extLst>
          </p:cNvPr>
          <p:cNvPicPr>
            <a:picLocks noChangeAspect="1"/>
          </p:cNvPicPr>
          <p:nvPr userDrawn="1"/>
        </p:nvPicPr>
        <p:blipFill>
          <a:blip r:embed="rId2">
            <a:alphaModFix amt="20000"/>
            <a:extLst>
              <a:ext uri="{96DAC541-7B7A-43D3-8B79-37D633B846F1}">
                <asvg:svgBlip xmlns:asvg="http://schemas.microsoft.com/office/drawing/2016/SVG/main" r:embed="rId3"/>
              </a:ext>
            </a:extLst>
          </a:blip>
          <a:srcRect l="24229" r="7323" b="32068"/>
          <a:stretch/>
        </p:blipFill>
        <p:spPr>
          <a:xfrm flipH="1">
            <a:off x="0" y="3635967"/>
            <a:ext cx="9144000" cy="1507534"/>
          </a:xfrm>
          <a:prstGeom prst="rect">
            <a:avLst/>
          </a:prstGeom>
        </p:spPr>
      </p:pic>
    </p:spTree>
    <p:extLst>
      <p:ext uri="{BB962C8B-B14F-4D97-AF65-F5344CB8AC3E}">
        <p14:creationId xmlns:p14="http://schemas.microsoft.com/office/powerpoint/2010/main" val="23128303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FP Questions &amp; Answers">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519035"/>
            <a:ext cx="7972425" cy="461665"/>
          </a:xfrm>
          <a:prstGeom prst="rect">
            <a:avLst/>
          </a:prstGeom>
        </p:spPr>
        <p:txBody>
          <a:bodyPr vert="horz" wrap="square" lIns="0" tIns="0" rIns="0" bIns="182880" rtlCol="0" anchor="t" anchorCtr="0">
            <a:spAutoFit/>
          </a:bodyPr>
          <a:lstStyle>
            <a:lvl1pPr>
              <a:defRPr lang="en-US" sz="2000" dirty="0"/>
            </a:lvl1pPr>
          </a:lstStyle>
          <a:p>
            <a:pPr lvl="0"/>
            <a:r>
              <a:rPr lang="en-US"/>
              <a:t>Click to edit Master title style</a:t>
            </a:r>
          </a:p>
        </p:txBody>
      </p:sp>
      <p:sp>
        <p:nvSpPr>
          <p:cNvPr id="3" name="Text Placeholder 2">
            <a:extLst>
              <a:ext uri="{FF2B5EF4-FFF2-40B4-BE49-F238E27FC236}">
                <a16:creationId xmlns:a16="http://schemas.microsoft.com/office/drawing/2014/main" id="{6F8A2ED0-693D-3342-BB67-46444AB4282A}"/>
              </a:ext>
            </a:extLst>
          </p:cNvPr>
          <p:cNvSpPr>
            <a:spLocks noGrp="1"/>
          </p:cNvSpPr>
          <p:nvPr>
            <p:ph type="body" sz="quarter" idx="12" hasCustomPrompt="1"/>
          </p:nvPr>
        </p:nvSpPr>
        <p:spPr>
          <a:xfrm>
            <a:off x="1139911" y="1979215"/>
            <a:ext cx="7349181" cy="2645250"/>
          </a:xfrm>
        </p:spPr>
        <p:txBody>
          <a:bodyPr numCol="2" spcCol="365760">
            <a:noAutofit/>
          </a:bodyPr>
          <a:lstStyle>
            <a:lvl1pPr>
              <a:defRPr sz="900" b="0" i="0">
                <a:solidFill>
                  <a:schemeClr val="tx1"/>
                </a:solidFill>
                <a:latin typeface="+mn-lt"/>
              </a:defRPr>
            </a:lvl1pPr>
          </a:lstStyle>
          <a:p>
            <a:pPr lvl="0"/>
            <a:r>
              <a:rPr lang="en-US"/>
              <a:t>Edit Master text styles</a:t>
            </a:r>
          </a:p>
        </p:txBody>
      </p:sp>
      <p:sp>
        <p:nvSpPr>
          <p:cNvPr id="14" name="Text Placeholder 13">
            <a:extLst>
              <a:ext uri="{FF2B5EF4-FFF2-40B4-BE49-F238E27FC236}">
                <a16:creationId xmlns:a16="http://schemas.microsoft.com/office/drawing/2014/main" id="{9F3637BE-5D85-AF23-F8A6-3AFA7E7337CC}"/>
              </a:ext>
            </a:extLst>
          </p:cNvPr>
          <p:cNvSpPr>
            <a:spLocks noGrp="1"/>
          </p:cNvSpPr>
          <p:nvPr>
            <p:ph type="body" sz="quarter" idx="13" hasCustomPrompt="1"/>
          </p:nvPr>
        </p:nvSpPr>
        <p:spPr>
          <a:xfrm>
            <a:off x="1139825" y="1265407"/>
            <a:ext cx="7156450" cy="182422"/>
          </a:xfrm>
        </p:spPr>
        <p:txBody>
          <a:bodyPr anchor="ctr"/>
          <a:lstStyle>
            <a:lvl1pPr>
              <a:defRPr sz="1100">
                <a:latin typeface="+mj-lt"/>
              </a:defRPr>
            </a:lvl1pPr>
          </a:lstStyle>
          <a:p>
            <a:pPr lvl="0"/>
            <a:r>
              <a:rPr lang="es-MX"/>
              <a:t>Text</a:t>
            </a:r>
            <a:endParaRPr lang="en-US"/>
          </a:p>
        </p:txBody>
      </p:sp>
      <p:sp>
        <p:nvSpPr>
          <p:cNvPr id="4" name="Text Placeholder 3">
            <a:extLst>
              <a:ext uri="{FF2B5EF4-FFF2-40B4-BE49-F238E27FC236}">
                <a16:creationId xmlns:a16="http://schemas.microsoft.com/office/drawing/2014/main" id="{FBE91FFD-15F8-5D87-52F5-F00CC79E7B61}"/>
              </a:ext>
            </a:extLst>
          </p:cNvPr>
          <p:cNvSpPr>
            <a:spLocks noGrp="1"/>
          </p:cNvSpPr>
          <p:nvPr>
            <p:ph type="body" sz="quarter" idx="14" hasCustomPrompt="1"/>
          </p:nvPr>
        </p:nvSpPr>
        <p:spPr>
          <a:xfrm>
            <a:off x="714375" y="1241637"/>
            <a:ext cx="304800" cy="205184"/>
          </a:xfrm>
        </p:spPr>
        <p:txBody>
          <a:bodyPr/>
          <a:lstStyle>
            <a:lvl1pPr algn="ctr">
              <a:defRPr>
                <a:solidFill>
                  <a:schemeClr val="tx2"/>
                </a:solidFill>
                <a:latin typeface="+mj-lt"/>
              </a:defRPr>
            </a:lvl1pPr>
          </a:lstStyle>
          <a:p>
            <a:pPr lvl="0"/>
            <a:r>
              <a:rPr lang="en-US" sz="1200" b="0" i="0" kern="1200">
                <a:solidFill>
                  <a:schemeClr val="tx2"/>
                </a:solidFill>
                <a:latin typeface="+mj-lt"/>
                <a:ea typeface="+mn-ea"/>
                <a:cs typeface="+mn-cs"/>
              </a:rPr>
              <a:t>0.0</a:t>
            </a:r>
            <a:endParaRPr lang="en-US"/>
          </a:p>
        </p:txBody>
      </p:sp>
    </p:spTree>
    <p:extLst>
      <p:ext uri="{BB962C8B-B14F-4D97-AF65-F5344CB8AC3E}">
        <p14:creationId xmlns:p14="http://schemas.microsoft.com/office/powerpoint/2010/main" val="2168489233"/>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2_Title Slide - Bra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A81B7A0-9724-5A47-BF7B-C44D722DE2A2}"/>
              </a:ext>
            </a:extLst>
          </p:cNvPr>
          <p:cNvPicPr>
            <a:picLocks noChangeAspect="1"/>
          </p:cNvPicPr>
          <p:nvPr userDrawn="1"/>
        </p:nvPicPr>
        <p:blipFill rotWithShape="1">
          <a:blip r:embed="rId2">
            <a:extLst>
              <a:ext uri="{28A0092B-C50C-407E-A947-70E740481C1C}">
                <a14:useLocalDpi xmlns:a14="http://schemas.microsoft.com/office/drawing/2010/main"/>
              </a:ext>
            </a:extLst>
          </a:blip>
          <a:srcRect b="8585"/>
          <a:stretch/>
        </p:blipFill>
        <p:spPr>
          <a:xfrm>
            <a:off x="-1" y="3083894"/>
            <a:ext cx="9143999" cy="2081037"/>
          </a:xfrm>
          <a:prstGeom prst="rect">
            <a:avLst/>
          </a:prstGeom>
          <a:noFill/>
        </p:spPr>
      </p:pic>
      <p:pic>
        <p:nvPicPr>
          <p:cNvPr id="12" name="Picture 26">
            <a:extLst>
              <a:ext uri="{FF2B5EF4-FFF2-40B4-BE49-F238E27FC236}">
                <a16:creationId xmlns:a16="http://schemas.microsoft.com/office/drawing/2014/main" id="{6020BCED-48F2-FF44-A3F2-4D83A7AA445D}"/>
              </a:ext>
            </a:extLst>
          </p:cNvPr>
          <p:cNvPicPr>
            <a:picLocks noChangeAspect="1"/>
          </p:cNvPicPr>
          <p:nvPr userDrawn="1"/>
        </p:nvPicPr>
        <p:blipFill rotWithShape="1">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rcRect l="-3540" t="3" r="59594" b="23884"/>
          <a:stretch/>
        </p:blipFill>
        <p:spPr>
          <a:xfrm>
            <a:off x="7718155" y="335"/>
            <a:ext cx="1425844" cy="5143165"/>
          </a:xfrm>
          <a:prstGeom prst="rect">
            <a:avLst/>
          </a:prstGeom>
        </p:spPr>
      </p:pic>
      <p:sp>
        <p:nvSpPr>
          <p:cNvPr id="11" name="Text Placeholder 8">
            <a:extLst>
              <a:ext uri="{FF2B5EF4-FFF2-40B4-BE49-F238E27FC236}">
                <a16:creationId xmlns:a16="http://schemas.microsoft.com/office/drawing/2014/main" id="{909348AD-EA68-FD41-A7C8-04ED5F73C0F5}"/>
              </a:ext>
            </a:extLst>
          </p:cNvPr>
          <p:cNvSpPr>
            <a:spLocks noGrp="1"/>
          </p:cNvSpPr>
          <p:nvPr>
            <p:ph type="body" sz="quarter" idx="11" hasCustomPrompt="1"/>
          </p:nvPr>
        </p:nvSpPr>
        <p:spPr>
          <a:xfrm>
            <a:off x="592850" y="2376312"/>
            <a:ext cx="2282825" cy="195438"/>
          </a:xfrm>
          <a:prstGeom prst="rect">
            <a:avLst/>
          </a:prstGeom>
        </p:spPr>
        <p:txBody>
          <a:bodyPr wrap="square" lIns="0" tIns="0" rIns="0" bIns="45720">
            <a:spAutoFit/>
          </a:bodyPr>
          <a:lstStyle>
            <a:lvl1pPr marL="0" indent="0">
              <a:lnSpc>
                <a:spcPct val="80000"/>
              </a:lnSpc>
              <a:spcAft>
                <a:spcPts val="600"/>
              </a:spcAft>
              <a:buNone/>
              <a:defRPr lang="en-US" sz="1200" b="0" i="0" kern="1200" cap="all" spc="120" baseline="0" dirty="0">
                <a:solidFill>
                  <a:schemeClr val="tx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3" name="Title 9">
            <a:extLst>
              <a:ext uri="{FF2B5EF4-FFF2-40B4-BE49-F238E27FC236}">
                <a16:creationId xmlns:a16="http://schemas.microsoft.com/office/drawing/2014/main" id="{6948A46B-197D-C846-A33E-C9E4183FEC01}"/>
              </a:ext>
            </a:extLst>
          </p:cNvPr>
          <p:cNvSpPr>
            <a:spLocks noGrp="1"/>
          </p:cNvSpPr>
          <p:nvPr>
            <p:ph type="title"/>
          </p:nvPr>
        </p:nvSpPr>
        <p:spPr>
          <a:xfrm>
            <a:off x="591685" y="2571750"/>
            <a:ext cx="6980689" cy="683264"/>
          </a:xfrm>
          <a:prstGeom prst="rect">
            <a:avLst/>
          </a:prstGeom>
        </p:spPr>
        <p:txBody>
          <a:bodyPr wrap="square" bIns="182880" anchor="t" anchorCtr="0">
            <a:spAutoFit/>
          </a:bodyPr>
          <a:lstStyle>
            <a:lvl1pPr>
              <a:defRPr sz="3600"/>
            </a:lvl1pPr>
          </a:lstStyle>
          <a:p>
            <a:r>
              <a:rPr lang="en-US"/>
              <a:t>Click to edit Master title style</a:t>
            </a:r>
          </a:p>
        </p:txBody>
      </p:sp>
      <p:sp>
        <p:nvSpPr>
          <p:cNvPr id="15" name="Text Placeholder 8">
            <a:extLst>
              <a:ext uri="{FF2B5EF4-FFF2-40B4-BE49-F238E27FC236}">
                <a16:creationId xmlns:a16="http://schemas.microsoft.com/office/drawing/2014/main" id="{6E6F1136-B473-E843-806A-1943807F66D7}"/>
              </a:ext>
            </a:extLst>
          </p:cNvPr>
          <p:cNvSpPr>
            <a:spLocks noGrp="1"/>
          </p:cNvSpPr>
          <p:nvPr>
            <p:ph type="body" sz="quarter" idx="13"/>
          </p:nvPr>
        </p:nvSpPr>
        <p:spPr>
          <a:xfrm>
            <a:off x="592850" y="3260833"/>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Light"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Edit Master text styles</a:t>
            </a:r>
          </a:p>
        </p:txBody>
      </p:sp>
      <p:pic>
        <p:nvPicPr>
          <p:cNvPr id="7" name="Picture 6">
            <a:extLst>
              <a:ext uri="{FF2B5EF4-FFF2-40B4-BE49-F238E27FC236}">
                <a16:creationId xmlns:a16="http://schemas.microsoft.com/office/drawing/2014/main" id="{A2FE1CCC-819F-9946-A573-1EAD748C9C56}"/>
              </a:ext>
            </a:extLst>
          </p:cNvPr>
          <p:cNvPicPr>
            <a:picLocks noChangeAspect="1"/>
          </p:cNvPicPr>
          <p:nvPr userDrawn="1"/>
        </p:nvPicPr>
        <p:blipFill>
          <a:blip r:embed="rId5"/>
          <a:srcRect/>
          <a:stretch/>
        </p:blipFill>
        <p:spPr>
          <a:xfrm>
            <a:off x="491348" y="412638"/>
            <a:ext cx="1371600" cy="468630"/>
          </a:xfrm>
          <a:prstGeom prst="rect">
            <a:avLst/>
          </a:prstGeom>
        </p:spPr>
      </p:pic>
    </p:spTree>
    <p:extLst>
      <p:ext uri="{BB962C8B-B14F-4D97-AF65-F5344CB8AC3E}">
        <p14:creationId xmlns:p14="http://schemas.microsoft.com/office/powerpoint/2010/main" val="30485908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1"/>
            <a:ext cx="7972426" cy="572464"/>
          </a:xfrm>
          <a:prstGeom prst="rect">
            <a:avLst/>
          </a:prstGeom>
        </p:spPr>
        <p:txBody>
          <a:bodyPr vert="horz" wrap="square" lIns="0" tIns="0" rIns="0" bIns="182880" rtlCol="0" anchor="t" anchorCtr="0">
            <a:spAutoFit/>
          </a:bodyPr>
          <a:lstStyle>
            <a:lvl1pPr algn="ctr">
              <a:defRPr lang="en-US" sz="2800" dirty="0"/>
            </a:lvl1pPr>
          </a:lstStyle>
          <a:p>
            <a:pPr lvl="0"/>
            <a:r>
              <a:rPr lang="en-US"/>
              <a:t>Click to edit Master title style</a:t>
            </a:r>
          </a:p>
        </p:txBody>
      </p:sp>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4"/>
            <a:ext cx="7972425" cy="1275157"/>
          </a:xfrm>
        </p:spPr>
        <p:txBody>
          <a:bodyPr/>
          <a:lstStyle>
            <a:lvl1pPr algn="ctr">
              <a:defRPr/>
            </a:lvl1pPr>
            <a:lvl2pPr indent="-118869"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4557651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_Basic - Title +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print">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hasCustomPrompt="1"/>
          </p:nvPr>
        </p:nvSpPr>
        <p:spPr>
          <a:xfrm>
            <a:off x="587374" y="525050"/>
            <a:ext cx="7977423" cy="558614"/>
          </a:xfrm>
          <a:prstGeom prst="rect">
            <a:avLst/>
          </a:prstGeom>
        </p:spPr>
        <p:txBody>
          <a:bodyPr vert="horz" wrap="square" lIns="0" tIns="0" rIns="0" bIns="182880" rtlCol="0" anchor="t" anchorCtr="0">
            <a:spAutoFit/>
          </a:bodyPr>
          <a:lstStyle>
            <a:lvl1pPr>
              <a:defRPr lang="en-US" sz="2700" dirty="0"/>
            </a:lvl1pPr>
          </a:lstStyle>
          <a:p>
            <a:pPr lvl="0"/>
            <a:r>
              <a:rPr lang="en-US"/>
              <a:t>Basic Content – Title + Content</a:t>
            </a:r>
          </a:p>
        </p:txBody>
      </p:sp>
      <p:sp>
        <p:nvSpPr>
          <p:cNvPr id="6" name="Text Placeholder 8">
            <a:extLst>
              <a:ext uri="{FF2B5EF4-FFF2-40B4-BE49-F238E27FC236}">
                <a16:creationId xmlns:a16="http://schemas.microsoft.com/office/drawing/2014/main" id="{A476976D-C511-A74E-A717-CDC76A4AD518}"/>
              </a:ext>
            </a:extLst>
          </p:cNvPr>
          <p:cNvSpPr>
            <a:spLocks noGrp="1"/>
          </p:cNvSpPr>
          <p:nvPr>
            <p:ph type="body" sz="quarter" idx="11"/>
          </p:nvPr>
        </p:nvSpPr>
        <p:spPr>
          <a:xfrm>
            <a:off x="585789" y="1543051"/>
            <a:ext cx="2282824" cy="198965"/>
          </a:xfrm>
          <a:prstGeom prst="rect">
            <a:avLst/>
          </a:prstGeom>
        </p:spPr>
        <p:txBody>
          <a:bodyPr wrap="square">
            <a:spAutoFit/>
          </a:bodyPr>
          <a:lstStyle>
            <a:lvl1pPr marL="0" indent="0">
              <a:buNone/>
              <a:defRPr/>
            </a:lvl1pPr>
          </a:lstStyle>
          <a:p>
            <a:pPr marL="0" indent="0">
              <a:buNone/>
            </a:pPr>
            <a:endParaRPr lang="en-US"/>
          </a:p>
        </p:txBody>
      </p:sp>
      <p:sp>
        <p:nvSpPr>
          <p:cNvPr id="8" name="Text Placeholder 8">
            <a:extLst>
              <a:ext uri="{FF2B5EF4-FFF2-40B4-BE49-F238E27FC236}">
                <a16:creationId xmlns:a16="http://schemas.microsoft.com/office/drawing/2014/main" id="{6D8AA482-9A22-7E40-98D5-B3E9A239DC21}"/>
              </a:ext>
            </a:extLst>
          </p:cNvPr>
          <p:cNvSpPr>
            <a:spLocks noGrp="1"/>
          </p:cNvSpPr>
          <p:nvPr>
            <p:ph type="body" sz="quarter" idx="12"/>
          </p:nvPr>
        </p:nvSpPr>
        <p:spPr>
          <a:xfrm>
            <a:off x="3429119"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9" name="Text Placeholder 8">
            <a:extLst>
              <a:ext uri="{FF2B5EF4-FFF2-40B4-BE49-F238E27FC236}">
                <a16:creationId xmlns:a16="http://schemas.microsoft.com/office/drawing/2014/main" id="{98405CB0-586A-E145-B596-CE80DE7D3B81}"/>
              </a:ext>
            </a:extLst>
          </p:cNvPr>
          <p:cNvSpPr>
            <a:spLocks noGrp="1"/>
          </p:cNvSpPr>
          <p:nvPr>
            <p:ph type="body" sz="quarter" idx="13"/>
          </p:nvPr>
        </p:nvSpPr>
        <p:spPr>
          <a:xfrm>
            <a:off x="585789" y="1827863"/>
            <a:ext cx="2282824" cy="198965"/>
          </a:xfrm>
          <a:prstGeom prst="rect">
            <a:avLst/>
          </a:prstGeom>
        </p:spPr>
        <p:txBody>
          <a:bodyPr wrap="square">
            <a:spAutoFit/>
          </a:bodyPr>
          <a:lstStyle>
            <a:lvl1pPr marL="0" indent="0">
              <a:buNone/>
              <a:defRPr/>
            </a:lvl1pPr>
          </a:lstStyle>
          <a:p>
            <a:pPr marL="0" indent="0">
              <a:buNone/>
            </a:pPr>
            <a:endParaRPr lang="en-US"/>
          </a:p>
        </p:txBody>
      </p:sp>
      <p:sp>
        <p:nvSpPr>
          <p:cNvPr id="10" name="Text Placeholder 8">
            <a:extLst>
              <a:ext uri="{FF2B5EF4-FFF2-40B4-BE49-F238E27FC236}">
                <a16:creationId xmlns:a16="http://schemas.microsoft.com/office/drawing/2014/main" id="{12776231-6CDD-9A46-8B73-D2939E282F04}"/>
              </a:ext>
            </a:extLst>
          </p:cNvPr>
          <p:cNvSpPr>
            <a:spLocks noGrp="1"/>
          </p:cNvSpPr>
          <p:nvPr>
            <p:ph type="body" sz="quarter" idx="14"/>
          </p:nvPr>
        </p:nvSpPr>
        <p:spPr>
          <a:xfrm>
            <a:off x="3429119" y="1827863"/>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1" name="Text Placeholder 8">
            <a:extLst>
              <a:ext uri="{FF2B5EF4-FFF2-40B4-BE49-F238E27FC236}">
                <a16:creationId xmlns:a16="http://schemas.microsoft.com/office/drawing/2014/main" id="{04AE9A0B-9D55-1543-860C-89DC227281B0}"/>
              </a:ext>
            </a:extLst>
          </p:cNvPr>
          <p:cNvSpPr>
            <a:spLocks noGrp="1"/>
          </p:cNvSpPr>
          <p:nvPr>
            <p:ph type="body" sz="quarter" idx="15"/>
          </p:nvPr>
        </p:nvSpPr>
        <p:spPr>
          <a:xfrm>
            <a:off x="6277211"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2" name="Text Placeholder 8">
            <a:extLst>
              <a:ext uri="{FF2B5EF4-FFF2-40B4-BE49-F238E27FC236}">
                <a16:creationId xmlns:a16="http://schemas.microsoft.com/office/drawing/2014/main" id="{70D68CA3-4CC6-0B4F-BDE0-DE244907ED51}"/>
              </a:ext>
            </a:extLst>
          </p:cNvPr>
          <p:cNvSpPr>
            <a:spLocks noGrp="1"/>
          </p:cNvSpPr>
          <p:nvPr>
            <p:ph type="body" sz="quarter" idx="16"/>
          </p:nvPr>
        </p:nvSpPr>
        <p:spPr>
          <a:xfrm>
            <a:off x="6277211" y="1827863"/>
            <a:ext cx="2287587" cy="198965"/>
          </a:xfrm>
          <a:prstGeom prst="rect">
            <a:avLst/>
          </a:prstGeom>
        </p:spPr>
        <p:txBody>
          <a:bodyPr wrap="square">
            <a:spAutoFit/>
          </a:bodyPr>
          <a:lstStyle>
            <a:lvl1pPr marL="0" indent="0">
              <a:buNone/>
              <a:defRPr/>
            </a:lvl1pPr>
          </a:lstStyle>
          <a:p>
            <a:pPr marL="0" indent="0">
              <a:buNone/>
            </a:pPr>
            <a:endParaRPr lang="en-US"/>
          </a:p>
        </p:txBody>
      </p:sp>
    </p:spTree>
    <p:extLst>
      <p:ext uri="{BB962C8B-B14F-4D97-AF65-F5344CB8AC3E}">
        <p14:creationId xmlns:p14="http://schemas.microsoft.com/office/powerpoint/2010/main" val="1361124400"/>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2.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Title Placeholder 8">
            <a:extLst>
              <a:ext uri="{FF2B5EF4-FFF2-40B4-BE49-F238E27FC236}">
                <a16:creationId xmlns:a16="http://schemas.microsoft.com/office/drawing/2014/main" id="{4264E79F-030B-A442-85A4-6D961B31A743}"/>
              </a:ext>
            </a:extLst>
          </p:cNvPr>
          <p:cNvSpPr>
            <a:spLocks noGrp="1"/>
          </p:cNvSpPr>
          <p:nvPr userDrawn="1">
            <p:ph type="title"/>
          </p:nvPr>
        </p:nvSpPr>
        <p:spPr>
          <a:xfrm>
            <a:off x="587375" y="514350"/>
            <a:ext cx="7969250" cy="572464"/>
          </a:xfrm>
          <a:prstGeom prst="rect">
            <a:avLst/>
          </a:prstGeom>
        </p:spPr>
        <p:txBody>
          <a:bodyPr vert="horz" wrap="square" lIns="0" tIns="0" rIns="0" bIns="182880" rtlCol="0" anchor="t" anchorCtr="0">
            <a:spAutoFit/>
          </a:bodyPr>
          <a:lstStyle/>
          <a:p>
            <a:r>
              <a:rPr lang="en-US"/>
              <a:t>Click to edit Master title style</a:t>
            </a:r>
          </a:p>
        </p:txBody>
      </p:sp>
      <p:sp>
        <p:nvSpPr>
          <p:cNvPr id="6" name="TextBox 5">
            <a:extLst>
              <a:ext uri="{FF2B5EF4-FFF2-40B4-BE49-F238E27FC236}">
                <a16:creationId xmlns:a16="http://schemas.microsoft.com/office/drawing/2014/main" id="{4903B0D5-4B3B-3F46-BA88-82C33A23B3D5}"/>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3A19835B-8FC7-DF43-B198-4E479CCB2D6B}"/>
              </a:ext>
            </a:extLst>
          </p:cNvPr>
          <p:cNvPicPr>
            <a:picLocks noChangeAspect="1"/>
          </p:cNvPicPr>
          <p:nvPr userDrawn="1"/>
        </p:nvPicPr>
        <p:blipFill>
          <a:blip r:embed="rId42" cstate="screen">
            <a:extLst>
              <a:ext uri="{28A0092B-C50C-407E-A947-70E740481C1C}">
                <a14:useLocalDpi xmlns:a14="http://schemas.microsoft.com/office/drawing/2010/main"/>
              </a:ext>
              <a:ext uri="{96DAC541-7B7A-43D3-8B79-37D633B846F1}">
                <asvg:svgBlip xmlns:asvg="http://schemas.microsoft.com/office/drawing/2016/SVG/main" r:embed="rId43"/>
              </a:ext>
            </a:extLst>
          </a:blip>
          <a:srcRect/>
          <a:stretch/>
        </p:blipFill>
        <p:spPr>
          <a:xfrm>
            <a:off x="7972095" y="4781526"/>
            <a:ext cx="762000" cy="264160"/>
          </a:xfrm>
          <a:prstGeom prst="rect">
            <a:avLst/>
          </a:prstGeom>
        </p:spPr>
      </p:pic>
      <p:sp>
        <p:nvSpPr>
          <p:cNvPr id="2" name="Text Placeholder 1">
            <a:extLst>
              <a:ext uri="{FF2B5EF4-FFF2-40B4-BE49-F238E27FC236}">
                <a16:creationId xmlns:a16="http://schemas.microsoft.com/office/drawing/2014/main" id="{80989D6A-64F1-FC40-A8EE-9674A6160F6B}"/>
              </a:ext>
            </a:extLst>
          </p:cNvPr>
          <p:cNvSpPr>
            <a:spLocks noGrp="1"/>
          </p:cNvSpPr>
          <p:nvPr>
            <p:ph type="body" idx="1"/>
          </p:nvPr>
        </p:nvSpPr>
        <p:spPr>
          <a:xfrm>
            <a:off x="587375" y="1101102"/>
            <a:ext cx="7972426" cy="10571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1974998"/>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0" r:id="rId5"/>
    <p:sldLayoutId id="2147483891" r:id="rId6"/>
    <p:sldLayoutId id="2147483892" r:id="rId7"/>
    <p:sldLayoutId id="2147483893" r:id="rId8"/>
    <p:sldLayoutId id="2147483894" r:id="rId9"/>
    <p:sldLayoutId id="2147483895" r:id="rId10"/>
    <p:sldLayoutId id="2147483896" r:id="rId11"/>
    <p:sldLayoutId id="2147483897" r:id="rId12"/>
    <p:sldLayoutId id="2147483898" r:id="rId13"/>
    <p:sldLayoutId id="2147483899" r:id="rId14"/>
    <p:sldLayoutId id="2147483900" r:id="rId15"/>
    <p:sldLayoutId id="2147483901" r:id="rId16"/>
    <p:sldLayoutId id="2147483902" r:id="rId17"/>
    <p:sldLayoutId id="2147483903" r:id="rId18"/>
    <p:sldLayoutId id="2147483904" r:id="rId19"/>
    <p:sldLayoutId id="2147483905" r:id="rId20"/>
    <p:sldLayoutId id="2147483906" r:id="rId21"/>
    <p:sldLayoutId id="2147483907" r:id="rId22"/>
    <p:sldLayoutId id="2147483908" r:id="rId23"/>
    <p:sldLayoutId id="2147483909" r:id="rId24"/>
    <p:sldLayoutId id="2147483910" r:id="rId25"/>
    <p:sldLayoutId id="2147483911" r:id="rId26"/>
    <p:sldLayoutId id="2147483912" r:id="rId27"/>
    <p:sldLayoutId id="2147483913" r:id="rId28"/>
    <p:sldLayoutId id="2147483914" r:id="rId29"/>
    <p:sldLayoutId id="2147483915" r:id="rId30"/>
    <p:sldLayoutId id="2147483916" r:id="rId31"/>
    <p:sldLayoutId id="2147483917" r:id="rId32"/>
    <p:sldLayoutId id="2147483918" r:id="rId33"/>
    <p:sldLayoutId id="2147483919" r:id="rId34"/>
    <p:sldLayoutId id="2147483920" r:id="rId35"/>
    <p:sldLayoutId id="2147483921" r:id="rId36"/>
    <p:sldLayoutId id="2147483922" r:id="rId37"/>
    <p:sldLayoutId id="2147483923" r:id="rId38"/>
    <p:sldLayoutId id="2147483924" r:id="rId39"/>
    <p:sldLayoutId id="2147483925" r:id="rId40"/>
  </p:sldLayoutIdLst>
  <p:txStyles>
    <p:titleStyle>
      <a:lvl1pPr algn="l" defTabSz="685800" rtl="0" eaLnBrk="1" latinLnBrk="0" hangingPunct="1">
        <a:lnSpc>
          <a:spcPct val="90000"/>
        </a:lnSpc>
        <a:spcBef>
          <a:spcPct val="0"/>
        </a:spcBef>
        <a:buNone/>
        <a:defRPr sz="2800" b="1" i="0" kern="1200">
          <a:solidFill>
            <a:schemeClr val="tx1"/>
          </a:solidFill>
          <a:latin typeface="Lato Black" panose="020F0A02020204030203" pitchFamily="34" charset="0"/>
          <a:ea typeface="+mj-ea"/>
          <a:cs typeface="+mj-cs"/>
        </a:defRPr>
      </a:lvl1pPr>
    </p:titleStyle>
    <p:bodyStyle>
      <a:lvl1pPr marL="0" indent="0" algn="l" defTabSz="685800" rtl="0" eaLnBrk="1" latinLnBrk="0" hangingPunct="1">
        <a:lnSpc>
          <a:spcPct val="120000"/>
        </a:lnSpc>
        <a:spcBef>
          <a:spcPts val="0"/>
        </a:spcBef>
        <a:spcAft>
          <a:spcPts val="600"/>
        </a:spcAft>
        <a:buClr>
          <a:schemeClr val="tx2"/>
        </a:buClr>
        <a:buSzPct val="90000"/>
        <a:buFont typeface="Arial" panose="020B0604020202020204" pitchFamily="34" charset="0"/>
        <a:buNone/>
        <a:tabLst/>
        <a:defRPr sz="1200" b="0" i="0" kern="1200">
          <a:solidFill>
            <a:schemeClr val="tx1"/>
          </a:solidFill>
          <a:latin typeface="+mn-lt"/>
          <a:ea typeface="+mn-ea"/>
          <a:cs typeface="+mn-cs"/>
        </a:defRPr>
      </a:lvl1pPr>
      <a:lvl2pPr marL="1158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200" b="0" i="0" kern="1200">
          <a:solidFill>
            <a:schemeClr val="tx1"/>
          </a:solidFill>
          <a:latin typeface="+mn-lt"/>
          <a:ea typeface="+mn-ea"/>
          <a:cs typeface="+mn-cs"/>
        </a:defRPr>
      </a:lvl2pPr>
      <a:lvl3pPr marL="237744" indent="-122238"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100" b="0" i="0" kern="1200">
          <a:solidFill>
            <a:schemeClr val="tx1"/>
          </a:solidFill>
          <a:latin typeface="+mn-lt"/>
          <a:ea typeface="+mn-ea"/>
          <a:cs typeface="+mn-cs"/>
        </a:defRPr>
      </a:lvl3pPr>
      <a:lvl4pPr marL="356616"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000" b="0" i="0" kern="1200">
          <a:solidFill>
            <a:schemeClr val="tx1"/>
          </a:solidFill>
          <a:latin typeface="+mn-lt"/>
          <a:ea typeface="+mn-ea"/>
          <a:cs typeface="+mn-cs"/>
        </a:defRPr>
      </a:lvl4pPr>
      <a:lvl5pPr marL="4754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90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p15:clr>
            <a:srgbClr val="F26B43"/>
          </p15:clr>
        </p15:guide>
        <p15:guide id="2" pos="370">
          <p15:clr>
            <a:srgbClr val="F26B43"/>
          </p15:clr>
        </p15:guide>
        <p15:guide id="3" orient="horz" pos="2916">
          <p15:clr>
            <a:srgbClr val="F26B43"/>
          </p15:clr>
        </p15:guide>
        <p15:guide id="4" pos="5392">
          <p15:clr>
            <a:srgbClr val="F26B43"/>
          </p15:clr>
        </p15:guide>
        <p15:guide id="5" pos="782">
          <p15:clr>
            <a:srgbClr val="F26B43"/>
          </p15:clr>
        </p15:guide>
        <p15:guide id="6" pos="879">
          <p15:clr>
            <a:srgbClr val="F26B43"/>
          </p15:clr>
        </p15:guide>
        <p15:guide id="7" pos="1294">
          <p15:clr>
            <a:srgbClr val="F26B43"/>
          </p15:clr>
        </p15:guide>
        <p15:guide id="8" pos="1392">
          <p15:clr>
            <a:srgbClr val="F26B43"/>
          </p15:clr>
        </p15:guide>
        <p15:guide id="9" pos="1807">
          <p15:clr>
            <a:srgbClr val="F26B43"/>
          </p15:clr>
        </p15:guide>
        <p15:guide id="10" pos="1902">
          <p15:clr>
            <a:srgbClr val="F26B43"/>
          </p15:clr>
        </p15:guide>
        <p15:guide id="11" pos="2320">
          <p15:clr>
            <a:srgbClr val="F26B43"/>
          </p15:clr>
        </p15:guide>
        <p15:guide id="12" pos="2415">
          <p15:clr>
            <a:srgbClr val="F26B43"/>
          </p15:clr>
        </p15:guide>
        <p15:guide id="13" pos="2830">
          <p15:clr>
            <a:srgbClr val="F26B43"/>
          </p15:clr>
        </p15:guide>
        <p15:guide id="14" pos="2928">
          <p15:clr>
            <a:srgbClr val="F26B43"/>
          </p15:clr>
        </p15:guide>
        <p15:guide id="15" pos="3343">
          <p15:clr>
            <a:srgbClr val="F26B43"/>
          </p15:clr>
        </p15:guide>
        <p15:guide id="16" pos="3438">
          <p15:clr>
            <a:srgbClr val="F26B43"/>
          </p15:clr>
        </p15:guide>
        <p15:guide id="17" pos="3856">
          <p15:clr>
            <a:srgbClr val="F26B43"/>
          </p15:clr>
        </p15:guide>
        <p15:guide id="18" pos="3951">
          <p15:clr>
            <a:srgbClr val="F26B43"/>
          </p15:clr>
        </p15:guide>
        <p15:guide id="19" pos="4366">
          <p15:clr>
            <a:srgbClr val="F26B43"/>
          </p15:clr>
        </p15:guide>
        <p15:guide id="20" pos="4463">
          <p15:clr>
            <a:srgbClr val="F26B43"/>
          </p15:clr>
        </p15:guide>
        <p15:guide id="21" pos="4879">
          <p15:clr>
            <a:srgbClr val="F26B43"/>
          </p15:clr>
        </p15:guide>
        <p15:guide id="22" pos="4974">
          <p15:clr>
            <a:srgbClr val="F26B43"/>
          </p15:clr>
        </p15:guide>
        <p15:guide id="23" orient="horz" pos="1620">
          <p15:clr>
            <a:srgbClr val="F26B43"/>
          </p15:clr>
        </p15:guide>
        <p15:guide id="25" orient="horz" pos="2268">
          <p15:clr>
            <a:srgbClr val="F26B43"/>
          </p15:clr>
        </p15:guide>
        <p15:guide id="36" orient="horz" pos="97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9FF72F2-A086-4D49-8489-51D136A58163}"/>
              </a:ext>
            </a:extLst>
          </p:cNvPr>
          <p:cNvSpPr>
            <a:spLocks noGrp="1"/>
          </p:cNvSpPr>
          <p:nvPr>
            <p:ph type="body" sz="quarter" idx="10"/>
          </p:nvPr>
        </p:nvSpPr>
        <p:spPr>
          <a:xfrm>
            <a:off x="299997" y="999380"/>
            <a:ext cx="8544006" cy="886397"/>
          </a:xfrm>
        </p:spPr>
        <p:txBody>
          <a:bodyPr/>
          <a:lstStyle/>
          <a:p>
            <a:r>
              <a:rPr lang="en-US" sz="3200" dirty="0"/>
              <a:t>Case Study: Analyzing House Price Data with Machine Learning</a:t>
            </a:r>
          </a:p>
        </p:txBody>
      </p:sp>
      <p:sp>
        <p:nvSpPr>
          <p:cNvPr id="2" name="TextBox 1">
            <a:extLst>
              <a:ext uri="{FF2B5EF4-FFF2-40B4-BE49-F238E27FC236}">
                <a16:creationId xmlns:a16="http://schemas.microsoft.com/office/drawing/2014/main" id="{C02535D8-350B-904A-FC4E-CDAC172C189A}"/>
              </a:ext>
            </a:extLst>
          </p:cNvPr>
          <p:cNvSpPr txBox="1"/>
          <p:nvPr/>
        </p:nvSpPr>
        <p:spPr>
          <a:xfrm>
            <a:off x="299997" y="2147455"/>
            <a:ext cx="8544006" cy="1489510"/>
          </a:xfrm>
          <a:prstGeom prst="rect">
            <a:avLst/>
          </a:prstGeom>
          <a:noFill/>
        </p:spPr>
        <p:txBody>
          <a:bodyPr wrap="none" lIns="0" tIns="0" rIns="0" bIns="0" rtlCol="0">
            <a:spAutoFit/>
          </a:bodyPr>
          <a:lstStyle/>
          <a:p>
            <a:r>
              <a:rPr lang="en-US" sz="2400" dirty="0"/>
              <a:t>Step-by-step construction and evaluation of a Regression Model</a:t>
            </a:r>
          </a:p>
          <a:p>
            <a:r>
              <a:rPr lang="en-US" sz="2400" dirty="0"/>
              <a:t> to predict house prices in </a:t>
            </a:r>
            <a:r>
              <a:rPr lang="es-CO" sz="2400" dirty="0"/>
              <a:t>Hyderabad, India.</a:t>
            </a:r>
          </a:p>
          <a:p>
            <a:endParaRPr lang="en-US" sz="2400" dirty="0">
              <a:solidFill>
                <a:schemeClr val="tx1"/>
              </a:solidFill>
              <a:latin typeface="+mn-lt"/>
            </a:endParaRPr>
          </a:p>
        </p:txBody>
      </p:sp>
    </p:spTree>
    <p:extLst>
      <p:ext uri="{BB962C8B-B14F-4D97-AF65-F5344CB8AC3E}">
        <p14:creationId xmlns:p14="http://schemas.microsoft.com/office/powerpoint/2010/main" val="1735442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1E2A07-36A7-62CF-35D4-E44D4EB2DF5B}"/>
              </a:ext>
            </a:extLst>
          </p:cNvPr>
          <p:cNvSpPr>
            <a:spLocks noGrp="1"/>
          </p:cNvSpPr>
          <p:nvPr>
            <p:ph type="title"/>
          </p:nvPr>
        </p:nvSpPr>
        <p:spPr>
          <a:xfrm>
            <a:off x="605654" y="2032427"/>
            <a:ext cx="2121644" cy="923330"/>
          </a:xfrm>
        </p:spPr>
        <p:txBody>
          <a:bodyPr/>
          <a:lstStyle/>
          <a:p>
            <a:pPr>
              <a:lnSpc>
                <a:spcPct val="100000"/>
              </a:lnSpc>
            </a:pPr>
            <a:r>
              <a:rPr lang="en-US" sz="1000" b="0" spc="140" dirty="0">
                <a:solidFill>
                  <a:schemeClr val="tx2"/>
                </a:solidFill>
                <a:latin typeface="Roboto Condensed" panose="02000000000000000000" pitchFamily="2" charset="0"/>
                <a:ea typeface="Roboto Condensed" panose="02000000000000000000" pitchFamily="2" charset="0"/>
                <a:cs typeface="+mn-cs"/>
              </a:rPr>
              <a:t>Analyzing House Price Data with Machine Learning</a:t>
            </a:r>
            <a:br>
              <a:rPr lang="en-US" dirty="0">
                <a:latin typeface="+mj-lt"/>
              </a:rPr>
            </a:br>
            <a:r>
              <a:rPr lang="en-US" sz="2800" b="1" dirty="0">
                <a:latin typeface="+mj-lt"/>
              </a:rPr>
              <a:t>Agenda</a:t>
            </a:r>
          </a:p>
        </p:txBody>
      </p:sp>
      <p:sp>
        <p:nvSpPr>
          <p:cNvPr id="4" name="TextBox 3">
            <a:extLst>
              <a:ext uri="{FF2B5EF4-FFF2-40B4-BE49-F238E27FC236}">
                <a16:creationId xmlns:a16="http://schemas.microsoft.com/office/drawing/2014/main" id="{680D8A49-B2C7-C646-78D1-B1C9EF68AB09}"/>
              </a:ext>
            </a:extLst>
          </p:cNvPr>
          <p:cNvSpPr txBox="1"/>
          <p:nvPr/>
        </p:nvSpPr>
        <p:spPr>
          <a:xfrm>
            <a:off x="4857464" y="916489"/>
            <a:ext cx="3233590" cy="4821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Presentation:</a:t>
            </a:r>
          </a:p>
          <a:p>
            <a:pPr defTabSz="685800">
              <a:lnSpc>
                <a:spcPct val="100000"/>
              </a:lnSpc>
              <a:spcAft>
                <a:spcPts val="400"/>
              </a:spcAft>
            </a:pPr>
            <a:r>
              <a:rPr lang="en-US" sz="1400" b="1" dirty="0">
                <a:solidFill>
                  <a:schemeClr val="tx1"/>
                </a:solidFill>
                <a:latin typeface="+mj-lt"/>
              </a:rPr>
              <a:t>Speaker: Luis Alberto Bolaños Salazar.</a:t>
            </a:r>
          </a:p>
        </p:txBody>
      </p:sp>
      <p:sp>
        <p:nvSpPr>
          <p:cNvPr id="5" name="TextBox 4">
            <a:extLst>
              <a:ext uri="{FF2B5EF4-FFF2-40B4-BE49-F238E27FC236}">
                <a16:creationId xmlns:a16="http://schemas.microsoft.com/office/drawing/2014/main" id="{C35C506B-5FB9-875C-1D5B-4703971FE3B4}"/>
              </a:ext>
            </a:extLst>
          </p:cNvPr>
          <p:cNvSpPr txBox="1"/>
          <p:nvPr/>
        </p:nvSpPr>
        <p:spPr>
          <a:xfrm>
            <a:off x="4857464" y="2058945"/>
            <a:ext cx="2656512"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Objective</a:t>
            </a:r>
          </a:p>
          <a:p>
            <a:pPr defTabSz="685800">
              <a:lnSpc>
                <a:spcPct val="100000"/>
              </a:lnSpc>
              <a:spcAft>
                <a:spcPts val="400"/>
              </a:spcAft>
            </a:pPr>
            <a:r>
              <a:rPr lang="en-US" sz="1400" dirty="0"/>
              <a:t>Apply the machine learning lifecycle to build a predictive model with real-world data.</a:t>
            </a:r>
            <a:endParaRPr lang="en-US" sz="1400" dirty="0">
              <a:solidFill>
                <a:schemeClr val="tx1"/>
              </a:solidFill>
              <a:latin typeface="Lato" panose="020F0502020204030203" pitchFamily="34" charset="77"/>
            </a:endParaRPr>
          </a:p>
        </p:txBody>
      </p:sp>
      <p:sp>
        <p:nvSpPr>
          <p:cNvPr id="6" name="TextBox 5">
            <a:extLst>
              <a:ext uri="{FF2B5EF4-FFF2-40B4-BE49-F238E27FC236}">
                <a16:creationId xmlns:a16="http://schemas.microsoft.com/office/drawing/2014/main" id="{8F8BE4D9-AE2E-1AC7-96D2-A074F5DC0EB4}"/>
              </a:ext>
            </a:extLst>
          </p:cNvPr>
          <p:cNvSpPr txBox="1"/>
          <p:nvPr/>
        </p:nvSpPr>
        <p:spPr>
          <a:xfrm>
            <a:off x="4857464" y="3201401"/>
            <a:ext cx="2553146"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Problem to be solved </a:t>
            </a:r>
          </a:p>
          <a:p>
            <a:pPr defTabSz="685800">
              <a:lnSpc>
                <a:spcPct val="100000"/>
              </a:lnSpc>
              <a:spcAft>
                <a:spcPts val="400"/>
              </a:spcAft>
            </a:pPr>
            <a:r>
              <a:rPr lang="en-US" sz="1400" dirty="0"/>
              <a:t>How to predict the right house prices to be competitive and strategic in the market?</a:t>
            </a:r>
            <a:endParaRPr lang="en-US" sz="1400" dirty="0">
              <a:solidFill>
                <a:schemeClr val="tx1"/>
              </a:solidFill>
              <a:latin typeface="Lato" panose="020F0502020204030203" pitchFamily="34" charset="77"/>
            </a:endParaRPr>
          </a:p>
        </p:txBody>
      </p:sp>
      <p:cxnSp>
        <p:nvCxnSpPr>
          <p:cNvPr id="11" name="Straight Connector 10">
            <a:extLst>
              <a:ext uri="{FF2B5EF4-FFF2-40B4-BE49-F238E27FC236}">
                <a16:creationId xmlns:a16="http://schemas.microsoft.com/office/drawing/2014/main" id="{B917543F-BF25-8684-AA41-F3F0AF4544CD}"/>
              </a:ext>
            </a:extLst>
          </p:cNvPr>
          <p:cNvCxnSpPr>
            <a:stCxn id="7" idx="4"/>
            <a:endCxn id="9" idx="4"/>
          </p:cNvCxnSpPr>
          <p:nvPr/>
        </p:nvCxnSpPr>
        <p:spPr>
          <a:xfrm>
            <a:off x="4405023" y="1250444"/>
            <a:ext cx="0" cy="2284912"/>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238045" y="9164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1</a:t>
            </a:r>
          </a:p>
        </p:txBody>
      </p:sp>
      <p:sp>
        <p:nvSpPr>
          <p:cNvPr id="8" name="Oval 7">
            <a:extLst>
              <a:ext uri="{FF2B5EF4-FFF2-40B4-BE49-F238E27FC236}">
                <a16:creationId xmlns:a16="http://schemas.microsoft.com/office/drawing/2014/main" id="{1D89066E-4907-2BE2-627C-68B1D8E592C7}"/>
              </a:ext>
            </a:extLst>
          </p:cNvPr>
          <p:cNvSpPr/>
          <p:nvPr/>
        </p:nvSpPr>
        <p:spPr>
          <a:xfrm>
            <a:off x="4238045" y="2058945"/>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2</a:t>
            </a:r>
          </a:p>
        </p:txBody>
      </p:sp>
      <p:sp>
        <p:nvSpPr>
          <p:cNvPr id="9" name="Oval 8">
            <a:extLst>
              <a:ext uri="{FF2B5EF4-FFF2-40B4-BE49-F238E27FC236}">
                <a16:creationId xmlns:a16="http://schemas.microsoft.com/office/drawing/2014/main" id="{B50F4890-8E7F-42B3-86DF-482771EB3C07}"/>
              </a:ext>
            </a:extLst>
          </p:cNvPr>
          <p:cNvSpPr/>
          <p:nvPr/>
        </p:nvSpPr>
        <p:spPr>
          <a:xfrm>
            <a:off x="4238045" y="320140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3</a:t>
            </a:r>
          </a:p>
        </p:txBody>
      </p:sp>
    </p:spTree>
    <p:extLst>
      <p:ext uri="{BB962C8B-B14F-4D97-AF65-F5344CB8AC3E}">
        <p14:creationId xmlns:p14="http://schemas.microsoft.com/office/powerpoint/2010/main" val="2986356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D8A49-B2C7-C646-78D1-B1C9EF68AB09}"/>
              </a:ext>
            </a:extLst>
          </p:cNvPr>
          <p:cNvSpPr txBox="1"/>
          <p:nvPr/>
        </p:nvSpPr>
        <p:spPr>
          <a:xfrm>
            <a:off x="4929712" y="867178"/>
            <a:ext cx="2553145"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Exploratory Data Analysis.</a:t>
            </a:r>
          </a:p>
          <a:p>
            <a:pPr defTabSz="685800">
              <a:lnSpc>
                <a:spcPct val="100000"/>
              </a:lnSpc>
              <a:spcAft>
                <a:spcPts val="400"/>
              </a:spcAft>
            </a:pPr>
            <a:r>
              <a:rPr lang="en-US" sz="1200" dirty="0">
                <a:solidFill>
                  <a:schemeClr val="tx1"/>
                </a:solidFill>
                <a:latin typeface="Lato"/>
              </a:rPr>
              <a:t>Explore and understand the data</a:t>
            </a:r>
          </a:p>
        </p:txBody>
      </p:sp>
      <p:sp>
        <p:nvSpPr>
          <p:cNvPr id="5" name="TextBox 4">
            <a:extLst>
              <a:ext uri="{FF2B5EF4-FFF2-40B4-BE49-F238E27FC236}">
                <a16:creationId xmlns:a16="http://schemas.microsoft.com/office/drawing/2014/main" id="{C35C506B-5FB9-875C-1D5B-4703971FE3B4}"/>
              </a:ext>
            </a:extLst>
          </p:cNvPr>
          <p:cNvSpPr txBox="1"/>
          <p:nvPr/>
        </p:nvSpPr>
        <p:spPr>
          <a:xfrm>
            <a:off x="4929712" y="1651706"/>
            <a:ext cx="2656512"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Pre-processing.</a:t>
            </a:r>
          </a:p>
          <a:p>
            <a:pPr defTabSz="685800">
              <a:lnSpc>
                <a:spcPct val="100000"/>
              </a:lnSpc>
              <a:spcAft>
                <a:spcPts val="400"/>
              </a:spcAft>
            </a:pPr>
            <a:r>
              <a:rPr lang="en-US" sz="1200" dirty="0">
                <a:solidFill>
                  <a:schemeClr val="tx1"/>
                </a:solidFill>
                <a:latin typeface="Lato" panose="020F0502020204030203" pitchFamily="34" charset="77"/>
              </a:rPr>
              <a:t>Clean and optimize data before splitting and training it..</a:t>
            </a:r>
          </a:p>
        </p:txBody>
      </p:sp>
      <p:sp>
        <p:nvSpPr>
          <p:cNvPr id="6" name="TextBox 5">
            <a:extLst>
              <a:ext uri="{FF2B5EF4-FFF2-40B4-BE49-F238E27FC236}">
                <a16:creationId xmlns:a16="http://schemas.microsoft.com/office/drawing/2014/main" id="{8F8BE4D9-AE2E-1AC7-96D2-A074F5DC0EB4}"/>
              </a:ext>
            </a:extLst>
          </p:cNvPr>
          <p:cNvSpPr txBox="1"/>
          <p:nvPr/>
        </p:nvSpPr>
        <p:spPr>
          <a:xfrm>
            <a:off x="4929712" y="2496143"/>
            <a:ext cx="3351464"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a:solidFill>
                  <a:schemeClr val="tx1"/>
                </a:solidFill>
                <a:latin typeface="+mj-lt"/>
              </a:rPr>
              <a:t>Feature </a:t>
            </a:r>
            <a:r>
              <a:rPr lang="en-US" sz="1200" b="1" dirty="0">
                <a:solidFill>
                  <a:schemeClr val="tx1"/>
                </a:solidFill>
                <a:latin typeface="+mj-lt"/>
              </a:rPr>
              <a:t>Engineering.</a:t>
            </a:r>
          </a:p>
          <a:p>
            <a:pPr defTabSz="685800">
              <a:lnSpc>
                <a:spcPct val="100000"/>
              </a:lnSpc>
              <a:spcAft>
                <a:spcPts val="400"/>
              </a:spcAft>
            </a:pPr>
            <a:r>
              <a:rPr lang="en-US" sz="1200" dirty="0">
                <a:solidFill>
                  <a:schemeClr val="tx1"/>
                </a:solidFill>
                <a:latin typeface="Lato" panose="020F0502020204030203" pitchFamily="34" charset="77"/>
              </a:rPr>
              <a:t>Divide the data into two important sets and look at some feature engineering techniques.</a:t>
            </a:r>
          </a:p>
        </p:txBody>
      </p:sp>
      <p:cxnSp>
        <p:nvCxnSpPr>
          <p:cNvPr id="11" name="Straight Connector 10">
            <a:extLst>
              <a:ext uri="{FF2B5EF4-FFF2-40B4-BE49-F238E27FC236}">
                <a16:creationId xmlns:a16="http://schemas.microsoft.com/office/drawing/2014/main" id="{B917543F-BF25-8684-AA41-F3F0AF4544CD}"/>
              </a:ext>
            </a:extLst>
          </p:cNvPr>
          <p:cNvCxnSpPr>
            <a:cxnSpLocks/>
            <a:stCxn id="7" idx="4"/>
            <a:endCxn id="10" idx="0"/>
          </p:cNvCxnSpPr>
          <p:nvPr/>
        </p:nvCxnSpPr>
        <p:spPr>
          <a:xfrm>
            <a:off x="4571998" y="1107272"/>
            <a:ext cx="0" cy="2928956"/>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405020" y="77331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4</a:t>
            </a:r>
          </a:p>
        </p:txBody>
      </p:sp>
      <p:sp>
        <p:nvSpPr>
          <p:cNvPr id="8" name="Oval 7">
            <a:extLst>
              <a:ext uri="{FF2B5EF4-FFF2-40B4-BE49-F238E27FC236}">
                <a16:creationId xmlns:a16="http://schemas.microsoft.com/office/drawing/2014/main" id="{1D89066E-4907-2BE2-627C-68B1D8E592C7}"/>
              </a:ext>
            </a:extLst>
          </p:cNvPr>
          <p:cNvSpPr/>
          <p:nvPr/>
        </p:nvSpPr>
        <p:spPr>
          <a:xfrm>
            <a:off x="4405020" y="159585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5</a:t>
            </a:r>
          </a:p>
        </p:txBody>
      </p:sp>
      <p:sp>
        <p:nvSpPr>
          <p:cNvPr id="9" name="Oval 8">
            <a:extLst>
              <a:ext uri="{FF2B5EF4-FFF2-40B4-BE49-F238E27FC236}">
                <a16:creationId xmlns:a16="http://schemas.microsoft.com/office/drawing/2014/main" id="{B50F4890-8E7F-42B3-86DF-482771EB3C07}"/>
              </a:ext>
            </a:extLst>
          </p:cNvPr>
          <p:cNvSpPr/>
          <p:nvPr/>
        </p:nvSpPr>
        <p:spPr>
          <a:xfrm>
            <a:off x="4405020" y="2409314"/>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6</a:t>
            </a:r>
          </a:p>
        </p:txBody>
      </p:sp>
      <p:sp>
        <p:nvSpPr>
          <p:cNvPr id="16" name="Title 2">
            <a:extLst>
              <a:ext uri="{FF2B5EF4-FFF2-40B4-BE49-F238E27FC236}">
                <a16:creationId xmlns:a16="http://schemas.microsoft.com/office/drawing/2014/main" id="{247570ED-72CE-FB3D-5C5F-2DA4C27E0AAC}"/>
              </a:ext>
            </a:extLst>
          </p:cNvPr>
          <p:cNvSpPr txBox="1">
            <a:spLocks/>
          </p:cNvSpPr>
          <p:nvPr/>
        </p:nvSpPr>
        <p:spPr>
          <a:xfrm>
            <a:off x="605654" y="2032427"/>
            <a:ext cx="2121644" cy="923330"/>
          </a:xfrm>
          <a:prstGeom prst="rect">
            <a:avLst/>
          </a:prstGeom>
        </p:spPr>
        <p:txBody>
          <a:bodyPr vert="horz" wrap="square" lIns="0" tIns="0" rIns="0" bIns="182880" rtlCol="0" anchor="t" anchorCtr="0">
            <a:spAutoFit/>
          </a:bodyPr>
          <a:lstStyle>
            <a:lvl1pPr algn="l" defTabSz="685800" rtl="0" eaLnBrk="1" latinLnBrk="0" hangingPunct="1">
              <a:lnSpc>
                <a:spcPct val="90000"/>
              </a:lnSpc>
              <a:spcBef>
                <a:spcPct val="0"/>
              </a:spcBef>
              <a:buNone/>
              <a:defRPr lang="en-US" sz="2700" b="1" i="0" kern="1200" dirty="0">
                <a:solidFill>
                  <a:schemeClr val="tx1"/>
                </a:solidFill>
                <a:latin typeface="Lato Black" panose="020F0A02020204030203" pitchFamily="34" charset="0"/>
                <a:ea typeface="+mj-ea"/>
                <a:cs typeface="+mj-cs"/>
              </a:defRPr>
            </a:lvl1pPr>
          </a:lstStyle>
          <a:p>
            <a:pPr>
              <a:lnSpc>
                <a:spcPct val="100000"/>
              </a:lnSpc>
              <a:spcAft>
                <a:spcPts val="0"/>
              </a:spcAft>
              <a:buClrTx/>
              <a:buSzTx/>
              <a:buFontTx/>
            </a:pPr>
            <a:r>
              <a:rPr lang="en-US" sz="1000" b="0" spc="140" dirty="0">
                <a:solidFill>
                  <a:schemeClr val="tx2"/>
                </a:solidFill>
                <a:latin typeface="Roboto Condensed" panose="02000000000000000000" pitchFamily="2" charset="0"/>
                <a:ea typeface="Roboto Condensed" panose="02000000000000000000" pitchFamily="2" charset="0"/>
              </a:rPr>
              <a:t>Analyzing House Price Data with Machine Learning</a:t>
            </a:r>
            <a:br>
              <a:rPr lang="en-US" dirty="0">
                <a:latin typeface="+mj-lt"/>
              </a:rPr>
            </a:br>
            <a:r>
              <a:rPr lang="en-US" sz="2800" dirty="0">
                <a:latin typeface="+mj-lt"/>
              </a:rPr>
              <a:t>Agenda</a:t>
            </a:r>
          </a:p>
        </p:txBody>
      </p:sp>
      <p:sp>
        <p:nvSpPr>
          <p:cNvPr id="2" name="Oval 1">
            <a:extLst>
              <a:ext uri="{FF2B5EF4-FFF2-40B4-BE49-F238E27FC236}">
                <a16:creationId xmlns:a16="http://schemas.microsoft.com/office/drawing/2014/main" id="{C1EB069D-CB7D-E000-A4AA-5DECA5D3C932}"/>
              </a:ext>
            </a:extLst>
          </p:cNvPr>
          <p:cNvSpPr/>
          <p:nvPr/>
        </p:nvSpPr>
        <p:spPr>
          <a:xfrm>
            <a:off x="4405021" y="322277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7</a:t>
            </a:r>
          </a:p>
        </p:txBody>
      </p:sp>
      <p:sp>
        <p:nvSpPr>
          <p:cNvPr id="19" name="TextBox 18">
            <a:extLst>
              <a:ext uri="{FF2B5EF4-FFF2-40B4-BE49-F238E27FC236}">
                <a16:creationId xmlns:a16="http://schemas.microsoft.com/office/drawing/2014/main" id="{083DBA0A-4425-7D32-0D77-2226C0A66183}"/>
              </a:ext>
            </a:extLst>
          </p:cNvPr>
          <p:cNvSpPr txBox="1"/>
          <p:nvPr/>
        </p:nvSpPr>
        <p:spPr>
          <a:xfrm>
            <a:off x="4929712" y="3340580"/>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Training the model</a:t>
            </a:r>
          </a:p>
          <a:p>
            <a:pPr defTabSz="685800">
              <a:lnSpc>
                <a:spcPct val="100000"/>
              </a:lnSpc>
              <a:spcAft>
                <a:spcPts val="400"/>
              </a:spcAft>
            </a:pPr>
            <a:r>
              <a:rPr lang="en-US" sz="1200" dirty="0">
                <a:solidFill>
                  <a:schemeClr val="tx1"/>
                </a:solidFill>
                <a:latin typeface="Lato" panose="020F0502020204030203" pitchFamily="34" charset="77"/>
              </a:rPr>
              <a:t>Train the model and collect the metrics.</a:t>
            </a:r>
          </a:p>
        </p:txBody>
      </p:sp>
      <p:sp>
        <p:nvSpPr>
          <p:cNvPr id="10" name="Oval 9">
            <a:extLst>
              <a:ext uri="{FF2B5EF4-FFF2-40B4-BE49-F238E27FC236}">
                <a16:creationId xmlns:a16="http://schemas.microsoft.com/office/drawing/2014/main" id="{775AC298-CB9A-D08A-F140-DA76778CDEB9}"/>
              </a:ext>
            </a:extLst>
          </p:cNvPr>
          <p:cNvSpPr/>
          <p:nvPr/>
        </p:nvSpPr>
        <p:spPr>
          <a:xfrm>
            <a:off x="4405020" y="4036228"/>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8</a:t>
            </a:r>
          </a:p>
        </p:txBody>
      </p:sp>
      <p:sp>
        <p:nvSpPr>
          <p:cNvPr id="18" name="TextBox 17">
            <a:extLst>
              <a:ext uri="{FF2B5EF4-FFF2-40B4-BE49-F238E27FC236}">
                <a16:creationId xmlns:a16="http://schemas.microsoft.com/office/drawing/2014/main" id="{6E8956B4-883D-E89C-C9F2-462E43A96A08}"/>
              </a:ext>
            </a:extLst>
          </p:cNvPr>
          <p:cNvSpPr txBox="1"/>
          <p:nvPr/>
        </p:nvSpPr>
        <p:spPr>
          <a:xfrm>
            <a:off x="4929712" y="4036228"/>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Evaluate the model</a:t>
            </a:r>
          </a:p>
          <a:p>
            <a:pPr defTabSz="685800">
              <a:lnSpc>
                <a:spcPct val="100000"/>
              </a:lnSpc>
              <a:spcAft>
                <a:spcPts val="400"/>
              </a:spcAft>
            </a:pPr>
            <a:r>
              <a:rPr lang="en-US" sz="1200" dirty="0">
                <a:solidFill>
                  <a:schemeClr val="tx1"/>
                </a:solidFill>
                <a:latin typeface="Lato" panose="020F0502020204030203" pitchFamily="34" charset="77"/>
              </a:rPr>
              <a:t>Measure and analyze which is the most optimal.</a:t>
            </a:r>
          </a:p>
        </p:txBody>
      </p:sp>
    </p:spTree>
    <p:extLst>
      <p:ext uri="{BB962C8B-B14F-4D97-AF65-F5344CB8AC3E}">
        <p14:creationId xmlns:p14="http://schemas.microsoft.com/office/powerpoint/2010/main" val="1077713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A5CC38B-649A-BE82-80F8-F74A9A085CB3}"/>
              </a:ext>
            </a:extLst>
          </p:cNvPr>
          <p:cNvSpPr>
            <a:spLocks noGrp="1"/>
          </p:cNvSpPr>
          <p:nvPr>
            <p:ph type="title"/>
          </p:nvPr>
        </p:nvSpPr>
        <p:spPr>
          <a:xfrm>
            <a:off x="585787" y="289969"/>
            <a:ext cx="7972425" cy="573088"/>
          </a:xfrm>
        </p:spPr>
        <p:txBody>
          <a:bodyPr/>
          <a:lstStyle/>
          <a:p>
            <a:r>
              <a:rPr lang="en-US" dirty="0">
                <a:latin typeface="Lato Black"/>
              </a:rPr>
              <a:t>Hands on</a:t>
            </a:r>
          </a:p>
        </p:txBody>
      </p:sp>
      <p:sp>
        <p:nvSpPr>
          <p:cNvPr id="8" name="TextBox 7">
            <a:extLst>
              <a:ext uri="{FF2B5EF4-FFF2-40B4-BE49-F238E27FC236}">
                <a16:creationId xmlns:a16="http://schemas.microsoft.com/office/drawing/2014/main" id="{E5665F17-C101-C1E2-D937-46262239DA4A}"/>
              </a:ext>
            </a:extLst>
          </p:cNvPr>
          <p:cNvSpPr txBox="1"/>
          <p:nvPr/>
        </p:nvSpPr>
        <p:spPr>
          <a:xfrm>
            <a:off x="907473" y="945695"/>
            <a:ext cx="7190509" cy="3252109"/>
          </a:xfrm>
          <a:prstGeom prst="rect">
            <a:avLst/>
          </a:prstGeom>
          <a:noFill/>
        </p:spPr>
        <p:txBody>
          <a:bodyPr wrap="square" lIns="0" tIns="0" rIns="0" bIns="0" rtlCol="0">
            <a:spAutoFit/>
          </a:bodyPr>
          <a:lstStyle/>
          <a:p>
            <a:r>
              <a:rPr lang="en-US" sz="1400" b="1" dirty="0"/>
              <a:t>Project Objective </a:t>
            </a:r>
            <a:r>
              <a:rPr lang="en-US" dirty="0"/>
              <a:t>🎯</a:t>
            </a:r>
          </a:p>
          <a:p>
            <a:br>
              <a:rPr lang="en-US" dirty="0"/>
            </a:br>
            <a:r>
              <a:rPr lang="en-US" sz="1400" dirty="0"/>
              <a:t>The objective of this project is to develop a regression model to predict housing prices in Hyderabad, India. Using features such as the property's area, location, number of bedrooms, and available amenities, the model will aim to estimate the market value of a property as accurately as possible.</a:t>
            </a:r>
          </a:p>
          <a:p>
            <a:pPr>
              <a:lnSpc>
                <a:spcPct val="100000"/>
              </a:lnSpc>
              <a:spcAft>
                <a:spcPts val="400"/>
              </a:spcAft>
            </a:pPr>
            <a:endParaRPr lang="en-US" sz="1400" dirty="0"/>
          </a:p>
          <a:p>
            <a:pPr marL="285750" indent="-285750">
              <a:lnSpc>
                <a:spcPct val="100000"/>
              </a:lnSpc>
              <a:spcAft>
                <a:spcPts val="400"/>
              </a:spcAft>
              <a:buFont typeface="Arial" panose="020B0604020202020204" pitchFamily="34" charset="0"/>
              <a:buChar char="•"/>
            </a:pPr>
            <a:r>
              <a:rPr lang="en-US" sz="1400" dirty="0"/>
              <a:t>This predictive model will be a valuable tool for:</a:t>
            </a:r>
          </a:p>
          <a:p>
            <a:pPr marL="285750" indent="-285750">
              <a:lnSpc>
                <a:spcPct val="100000"/>
              </a:lnSpc>
              <a:spcAft>
                <a:spcPts val="400"/>
              </a:spcAft>
              <a:buFont typeface="Arial" panose="020B0604020202020204" pitchFamily="34" charset="0"/>
              <a:buChar char="•"/>
            </a:pPr>
            <a:r>
              <a:rPr lang="en-US" sz="1400" dirty="0"/>
              <a:t>Home Buyers and Sellers: To obtain an objective price estimate for a property.</a:t>
            </a:r>
          </a:p>
          <a:p>
            <a:pPr marL="285750" indent="-285750">
              <a:lnSpc>
                <a:spcPct val="100000"/>
              </a:lnSpc>
              <a:spcAft>
                <a:spcPts val="400"/>
              </a:spcAft>
              <a:buFont typeface="Arial" panose="020B0604020202020204" pitchFamily="34" charset="0"/>
              <a:buChar char="•"/>
            </a:pPr>
            <a:r>
              <a:rPr lang="en-US" sz="1400" dirty="0"/>
              <a:t>Real Estate Agents: To assist with property valuation and client advisory.</a:t>
            </a:r>
          </a:p>
          <a:p>
            <a:pPr marL="285750" indent="-285750">
              <a:lnSpc>
                <a:spcPct val="100000"/>
              </a:lnSpc>
              <a:spcAft>
                <a:spcPts val="400"/>
              </a:spcAft>
              <a:buFont typeface="Arial" panose="020B0604020202020204" pitchFamily="34" charset="0"/>
              <a:buChar char="•"/>
            </a:pPr>
            <a:r>
              <a:rPr lang="en-US" sz="1400" dirty="0"/>
              <a:t>Investors: To identify potentially undervalued or overvalued properties in the market.</a:t>
            </a:r>
          </a:p>
          <a:p>
            <a:pPr algn="l"/>
            <a:endParaRPr lang="en-US" dirty="0" err="1">
              <a:solidFill>
                <a:schemeClr val="tx1"/>
              </a:solidFill>
              <a:latin typeface="+mn-lt"/>
            </a:endParaRPr>
          </a:p>
        </p:txBody>
      </p:sp>
    </p:spTree>
    <p:extLst>
      <p:ext uri="{BB962C8B-B14F-4D97-AF65-F5344CB8AC3E}">
        <p14:creationId xmlns:p14="http://schemas.microsoft.com/office/powerpoint/2010/main" val="3470173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031B2-0D1A-6D2D-D4F6-0B61A15E898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BB5536E-9C1E-ABF7-BA0C-63273FA57C36}"/>
              </a:ext>
            </a:extLst>
          </p:cNvPr>
          <p:cNvSpPr>
            <a:spLocks noGrp="1"/>
          </p:cNvSpPr>
          <p:nvPr>
            <p:ph type="body" sz="quarter" idx="10"/>
          </p:nvPr>
        </p:nvSpPr>
        <p:spPr>
          <a:xfrm>
            <a:off x="299997" y="999380"/>
            <a:ext cx="8544006" cy="886397"/>
          </a:xfrm>
        </p:spPr>
        <p:txBody>
          <a:bodyPr/>
          <a:lstStyle/>
          <a:p>
            <a:r>
              <a:rPr lang="en-US" sz="3200" dirty="0"/>
              <a:t>Thank you for participating. I hope you enjoyed the material.</a:t>
            </a:r>
          </a:p>
        </p:txBody>
      </p:sp>
      <p:sp>
        <p:nvSpPr>
          <p:cNvPr id="2" name="TextBox 1">
            <a:extLst>
              <a:ext uri="{FF2B5EF4-FFF2-40B4-BE49-F238E27FC236}">
                <a16:creationId xmlns:a16="http://schemas.microsoft.com/office/drawing/2014/main" id="{930DC04B-EB78-EDD7-8F9B-6D4EC449D887}"/>
              </a:ext>
            </a:extLst>
          </p:cNvPr>
          <p:cNvSpPr txBox="1"/>
          <p:nvPr/>
        </p:nvSpPr>
        <p:spPr>
          <a:xfrm>
            <a:off x="382443" y="2372785"/>
            <a:ext cx="2021387" cy="397929"/>
          </a:xfrm>
          <a:prstGeom prst="rect">
            <a:avLst/>
          </a:prstGeom>
          <a:noFill/>
        </p:spPr>
        <p:txBody>
          <a:bodyPr wrap="none" lIns="0" tIns="0" rIns="0" bIns="0" rtlCol="0">
            <a:spAutoFit/>
          </a:bodyPr>
          <a:lstStyle/>
          <a:p>
            <a:r>
              <a:rPr lang="en-US" sz="2400" dirty="0"/>
              <a:t>Any questions?</a:t>
            </a:r>
            <a:endParaRPr lang="en-US" sz="2400" dirty="0">
              <a:solidFill>
                <a:schemeClr val="tx1"/>
              </a:solidFill>
              <a:latin typeface="+mn-lt"/>
            </a:endParaRPr>
          </a:p>
        </p:txBody>
      </p:sp>
    </p:spTree>
    <p:extLst>
      <p:ext uri="{BB962C8B-B14F-4D97-AF65-F5344CB8AC3E}">
        <p14:creationId xmlns:p14="http://schemas.microsoft.com/office/powerpoint/2010/main" val="1733494461"/>
      </p:ext>
    </p:extLst>
  </p:cSld>
  <p:clrMapOvr>
    <a:masterClrMapping/>
  </p:clrMapOvr>
</p:sld>
</file>

<file path=ppt/theme/theme1.xml><?xml version="1.0" encoding="utf-8"?>
<a:theme xmlns:a="http://schemas.openxmlformats.org/drawingml/2006/main" name="PRFT - Light Mode">
  <a:themeElements>
    <a:clrScheme name="PRFT 2020">
      <a:dk1>
        <a:srgbClr val="010101"/>
      </a:dk1>
      <a:lt1>
        <a:srgbClr val="FFFFFF"/>
      </a:lt1>
      <a:dk2>
        <a:srgbClr val="CC1F20"/>
      </a:dk2>
      <a:lt2>
        <a:srgbClr val="B79967"/>
      </a:lt2>
      <a:accent1>
        <a:srgbClr val="8D0E11"/>
      </a:accent1>
      <a:accent2>
        <a:srgbClr val="8C734B"/>
      </a:accent2>
      <a:accent3>
        <a:srgbClr val="58595B"/>
      </a:accent3>
      <a:accent4>
        <a:srgbClr val="E8E8E8"/>
      </a:accent4>
      <a:accent5>
        <a:srgbClr val="3C5D6F"/>
      </a:accent5>
      <a:accent6>
        <a:srgbClr val="81A7BB"/>
      </a:accent6>
      <a:hlink>
        <a:srgbClr val="0563C1"/>
      </a:hlink>
      <a:folHlink>
        <a:srgbClr val="954F72"/>
      </a:folHlink>
    </a:clrScheme>
    <a:fontScheme name="2024 Fonts">
      <a:majorFont>
        <a:latin typeface="Lato Black"/>
        <a:ea typeface=""/>
        <a:cs typeface=""/>
      </a:majorFont>
      <a:minorFont>
        <a:latin typeface="Lato"/>
        <a:ea typeface=""/>
        <a:cs typeface=""/>
      </a:minorFont>
    </a:fontScheme>
    <a:fmtScheme name="PRFT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dirty="0" err="1" smtClean="0">
            <a:solidFill>
              <a:schemeClr val="tx1"/>
            </a:solidFill>
            <a:latin typeface="+mn-lt"/>
          </a:defRPr>
        </a:defPPr>
      </a:lstStyle>
    </a:txDef>
  </a:objectDefaults>
  <a:extraClrSchemeLst/>
  <a:extLst>
    <a:ext uri="{05A4C25C-085E-4340-85A3-A5531E510DB2}">
      <thm15:themeFamily xmlns:thm15="http://schemas.microsoft.com/office/thememl/2012/main" name="Brand Template 0623" id="{5C2B4FF3-2934-413F-B866-E20ABD975760}" vid="{B03E66C6-F319-4E51-AFEC-CDE9885E56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CC4AD5B-B71B-744A-8EEB-AE65425A668F}">
  <we:reference id="wa200000729" version="3.6.75.0" store="en-US" storeType="OMEX"/>
  <we:alternateReferences>
    <we:reference id="WA200000729" version="3.6.75.0" store=""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5BCD91545499843BB17C00B50EFF6E8" ma:contentTypeVersion="17" ma:contentTypeDescription="Create a new document." ma:contentTypeScope="" ma:versionID="2c8bb4a2ce09c948cd36f0cfc81c8cc4">
  <xsd:schema xmlns:xsd="http://www.w3.org/2001/XMLSchema" xmlns:xs="http://www.w3.org/2001/XMLSchema" xmlns:p="http://schemas.microsoft.com/office/2006/metadata/properties" xmlns:ns2="ed48454b-45cc-45b1-856a-7b766b483745" xmlns:ns3="7ed3c4da-b135-42a5-aaf8-d0ebc05f566e" targetNamespace="http://schemas.microsoft.com/office/2006/metadata/properties" ma:root="true" ma:fieldsID="387a24708db61ab358c78bcef3866955" ns2:_="" ns3:_="">
    <xsd:import namespace="ed48454b-45cc-45b1-856a-7b766b483745"/>
    <xsd:import namespace="7ed3c4da-b135-42a5-aaf8-d0ebc05f566e"/>
    <xsd:element name="properties">
      <xsd:complexType>
        <xsd:sequence>
          <xsd:element name="documentManagement">
            <xsd:complexType>
              <xsd:all>
                <xsd:element ref="ns2:Asset_x0020_Type" minOccurs="0"/>
                <xsd:element ref="ns2:Industry" minOccurs="0"/>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48454b-45cc-45b1-856a-7b766b483745" elementFormDefault="qualified">
    <xsd:import namespace="http://schemas.microsoft.com/office/2006/documentManagement/types"/>
    <xsd:import namespace="http://schemas.microsoft.com/office/infopath/2007/PartnerControls"/>
    <xsd:element name="Asset_x0020_Type" ma:index="8" nillable="true" ma:displayName="Asset Type" ma:default="Word Template" ma:format="Dropdown" ma:internalName="Asset_x0020_Type">
      <xsd:simpleType>
        <xsd:restriction base="dms:Choice">
          <xsd:enumeration value="Word Template"/>
          <xsd:enumeration value="PPT Template"/>
          <xsd:enumeration value="Image"/>
          <xsd:enumeration value="Logo"/>
          <xsd:enumeration value="Video"/>
        </xsd:restriction>
      </xsd:simpleType>
    </xsd:element>
    <xsd:element name="Industry" ma:index="9" nillable="true" ma:displayName="Industry" ma:default="Automotive" ma:format="Dropdown" ma:internalName="Industry">
      <xsd:simpleType>
        <xsd:restriction base="dms:Choice">
          <xsd:enumeration value="Industry Agnostic"/>
          <xsd:enumeration value="Automotive"/>
          <xsd:enumeration value="CMT"/>
          <xsd:enumeration value="Consumer Goods"/>
          <xsd:enumeration value="Energy + Utilities"/>
          <xsd:enumeration value="Financial Services"/>
          <xsd:enumeration value="Healthcare"/>
          <xsd:enumeration value="Insurance"/>
          <xsd:enumeration value="Life Sciences"/>
          <xsd:enumeration value="Manufacturing"/>
          <xsd:enumeration value="Professional Services"/>
          <xsd:enumeration value="Retail + Distribution"/>
          <xsd:enumeration value="Transportation + Logistics"/>
          <xsd:enumeration value="Travel + Hospitality"/>
        </xsd:restriction>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e398e266-1b5a-423d-aa71-fcb68a1b7551"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d3c4da-b135-42a5-aaf8-d0ebc05f566e"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7629f024-6caa-472c-a618-a983e872e394}" ma:internalName="TaxCatchAll" ma:showField="CatchAllData" ma:web="7ed3c4da-b135-42a5-aaf8-d0ebc05f566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7ed3c4da-b135-42a5-aaf8-d0ebc05f566e">
      <Value>3742</Value>
      <Value>3941</Value>
      <Value>2716</Value>
    </TaxCatchAll>
    <lcf76f155ced4ddcb4097134ff3c332f xmlns="ed48454b-45cc-45b1-856a-7b766b483745">
      <Terms xmlns="http://schemas.microsoft.com/office/infopath/2007/PartnerControls">
        <TermInfo xmlns="http://schemas.microsoft.com/office/infopath/2007/PartnerControls">
          <TermName xmlns="http://schemas.microsoft.com/office/infopath/2007/PartnerControls">ppt</TermName>
          <TermId xmlns="http://schemas.microsoft.com/office/infopath/2007/PartnerControls">3314b007-c5a1-4626-a460-939251c46a06</TermId>
        </TermInfo>
        <TermInfo xmlns="http://schemas.microsoft.com/office/infopath/2007/PartnerControls">
          <TermName xmlns="http://schemas.microsoft.com/office/infopath/2007/PartnerControls">Deck</TermName>
          <TermId xmlns="http://schemas.microsoft.com/office/infopath/2007/PartnerControls">5f5e9e55-d817-4335-9ffe-2ad401813cc7</TermId>
        </TermInfo>
        <TermInfo xmlns="http://schemas.microsoft.com/office/infopath/2007/PartnerControls">
          <TermName xmlns="http://schemas.microsoft.com/office/infopath/2007/PartnerControls">PERFICIENT</TermName>
          <TermId xmlns="http://schemas.microsoft.com/office/infopath/2007/PartnerControls">4783830d-4962-4043-858f-21a59dbfef1f</TermId>
        </TermInfo>
      </Terms>
    </lcf76f155ced4ddcb4097134ff3c332f>
    <Industry xmlns="ed48454b-45cc-45b1-856a-7b766b483745">Industry Agnostic</Industry>
    <Asset_x0020_Type xmlns="ed48454b-45cc-45b1-856a-7b766b483745">Word Template</Asset_x0020_Typ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A890F9F-2984-4E51-ACD7-5DF631C637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48454b-45cc-45b1-856a-7b766b483745"/>
    <ds:schemaRef ds:uri="7ed3c4da-b135-42a5-aaf8-d0ebc05f566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EB68D2-3737-4D90-804A-6B964CF8EB88}">
  <ds:schemaRefs>
    <ds:schemaRef ds:uri="http://purl.org/dc/elements/1.1/"/>
    <ds:schemaRef ds:uri="7ed3c4da-b135-42a5-aaf8-d0ebc05f566e"/>
    <ds:schemaRef ds:uri="http://schemas.openxmlformats.org/package/2006/metadata/core-properties"/>
    <ds:schemaRef ds:uri="http://schemas.microsoft.com/office/2006/documentManagement/types"/>
    <ds:schemaRef ds:uri="http://schemas.microsoft.com/office/2006/metadata/properties"/>
    <ds:schemaRef ds:uri="ed48454b-45cc-45b1-856a-7b766b483745"/>
    <ds:schemaRef ds:uri="http://purl.org/dc/terms/"/>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D312BEDD-CD8E-464E-AE20-7BCD0C997533}">
  <ds:schemaRefs>
    <ds:schemaRef ds:uri="http://schemas.microsoft.com/sharepoint/v3/contenttype/forms"/>
  </ds:schemaRefs>
</ds:datastoreItem>
</file>

<file path=docMetadata/LabelInfo.xml><?xml version="1.0" encoding="utf-8"?>
<clbl:labelList xmlns:clbl="http://schemas.microsoft.com/office/2020/mipLabelMetadata">
  <clbl:label id="{243bd71d-cef7-442d-b37f-3ff10a3e2832}" enabled="0" method="" siteId="{243bd71d-cef7-442d-b37f-3ff10a3e2832}" removed="1"/>
</clbl:labelList>
</file>

<file path=docProps/app.xml><?xml version="1.0" encoding="utf-8"?>
<Properties xmlns="http://schemas.openxmlformats.org/officeDocument/2006/extended-properties" xmlns:vt="http://schemas.openxmlformats.org/officeDocument/2006/docPropsVTypes">
  <Template>PRFT 2020 - Light Mode</Template>
  <TotalTime>216</TotalTime>
  <Words>289</Words>
  <Application>Microsoft Office PowerPoint</Application>
  <PresentationFormat>On-screen Show (16:9)</PresentationFormat>
  <Paragraphs>41</Paragraphs>
  <Slides>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Roboto Condensed</vt:lpstr>
      <vt:lpstr>Lato</vt:lpstr>
      <vt:lpstr>Lato Black</vt:lpstr>
      <vt:lpstr>Lato Light</vt:lpstr>
      <vt:lpstr>Arial</vt:lpstr>
      <vt:lpstr>Calibri</vt:lpstr>
      <vt:lpstr>PRFT - Light Mode</vt:lpstr>
      <vt:lpstr>PowerPoint Presentation</vt:lpstr>
      <vt:lpstr>Analyzing House Price Data with Machine Learning Agenda</vt:lpstr>
      <vt:lpstr>PowerPoint Presentation</vt:lpstr>
      <vt:lpstr>Hands 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Sales Play Framework</dc:title>
  <dc:subject/>
  <dc:creator>Jim Jarvis</dc:creator>
  <cp:keywords/>
  <dc:description/>
  <cp:lastModifiedBy>Luis Alberto Bolanos Salazar</cp:lastModifiedBy>
  <cp:revision>95</cp:revision>
  <dcterms:created xsi:type="dcterms:W3CDTF">2020-05-21T19:15:49Z</dcterms:created>
  <dcterms:modified xsi:type="dcterms:W3CDTF">2025-10-11T19:13:01Z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0x010100D5BCD91545499843BB17C00B50EFF6E8</vt:lpwstr>
  </property>
  <property fmtid="{D5CDD505-2E9C-101B-9397-08002B2CF9AE}" pid="3" name="MediaServiceImageTags">
    <vt:lpwstr>3941;#ppt|3314b007-c5a1-4626-a460-939251c46a06;#2716;#Deck|5f5e9e55-d817-4335-9ffe-2ad401813cc7;#3742;#PERFICIENT|4783830d-4962-4043-858f-21a59dbfef1f</vt:lpwstr>
  </property>
</Properties>
</file>