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85" r:id="rId4"/>
  </p:sldMasterIdLst>
  <p:notesMasterIdLst>
    <p:notesMasterId r:id="rId10"/>
  </p:notesMasterIdLst>
  <p:handoutMasterIdLst>
    <p:handoutMasterId r:id="rId11"/>
  </p:handoutMasterIdLst>
  <p:sldIdLst>
    <p:sldId id="468" r:id="rId5"/>
    <p:sldId id="2147481185" r:id="rId6"/>
    <p:sldId id="2147483516" r:id="rId7"/>
    <p:sldId id="2147483515" r:id="rId8"/>
    <p:sldId id="2147483517" r:id="rId9"/>
  </p:sldIdLst>
  <p:sldSz cx="9144000" cy="5143500" type="screen16x9"/>
  <p:notesSz cx="9144000" cy="6858000"/>
  <p:embeddedFontLst>
    <p:embeddedFont>
      <p:font typeface="Lato" panose="020F0502020204030203" pitchFamily="34" charset="0"/>
      <p:regular r:id="rId12"/>
      <p:bold r:id="rId13"/>
      <p:italic r:id="rId14"/>
      <p:boldItalic r:id="rId15"/>
    </p:embeddedFont>
    <p:embeddedFont>
      <p:font typeface="Lato Black" panose="020F0502020204030203" pitchFamily="34" charset="0"/>
      <p:bold r:id="rId16"/>
      <p:italic r:id="rId17"/>
      <p:boldItalic r:id="rId18"/>
    </p:embeddedFont>
    <p:embeddedFont>
      <p:font typeface="Lato Light" panose="020F0502020204030203" pitchFamily="34" charset="0"/>
      <p:regular r:id="rId19"/>
      <p:italic r:id="rId20"/>
    </p:embeddedFont>
    <p:embeddedFont>
      <p:font typeface="Roboto Condensed" panose="02000000000000000000" pitchFamily="2" charset="0"/>
      <p:regular r:id="rId21"/>
      <p:bold r:id="rId22"/>
      <p:italic r:id="rId23"/>
      <p:boldItalic r:id="rId24"/>
    </p:embeddedFont>
  </p:embeddedFontLst>
  <p:defaultTextStyle>
    <a:defPPr>
      <a:defRPr sz="1200" b="0" i="0" kern="1200">
        <a:solidFill>
          <a:schemeClr val="tx1">
            <a:lumMod val="75000"/>
            <a:lumOff val="25000"/>
          </a:schemeClr>
        </a:solidFill>
        <a:latin typeface="Lato Light" panose="020F0302020204030203" pitchFamily="34" charset="77"/>
        <a:ea typeface="+mn-ea"/>
        <a:cs typeface="+mn-cs"/>
      </a:defRPr>
    </a:defPPr>
    <a:lvl1pPr marL="0" indent="0" algn="l" defTabSz="685800" rtl="0" eaLnBrk="1" latinLnBrk="0" hangingPunct="1">
      <a:lnSpc>
        <a:spcPct val="120000"/>
      </a:lnSpc>
      <a:spcBef>
        <a:spcPts val="0"/>
      </a:spcBef>
      <a:spcAft>
        <a:spcPts val="800"/>
      </a:spcAft>
      <a:buClr>
        <a:schemeClr val="tx2"/>
      </a:buClr>
      <a:buSzPct val="90000"/>
      <a:buFont typeface="Lato Light" panose="020B0604020202020204" pitchFamily="34" charset="0"/>
      <a:buNone/>
      <a:tabLst/>
      <a:defRPr sz="1200" b="0" i="0" kern="1200">
        <a:solidFill>
          <a:schemeClr val="tx1">
            <a:lumMod val="75000"/>
            <a:lumOff val="25000"/>
          </a:schemeClr>
        </a:solidFill>
        <a:latin typeface="Lato Light" panose="020F0302020204030203" pitchFamily="34" charset="77"/>
        <a:ea typeface="+mn-ea"/>
        <a:cs typeface="+mn-cs"/>
      </a:defRPr>
    </a:lvl1pPr>
    <a:lvl2pPr marL="115888" indent="-109538" algn="l" defTabSz="685800" rtl="0" eaLnBrk="1" latinLnBrk="0" hangingPunct="1">
      <a:lnSpc>
        <a:spcPct val="90000"/>
      </a:lnSpc>
      <a:spcBef>
        <a:spcPts val="0"/>
      </a:spcBef>
      <a:spcAft>
        <a:spcPts val="500"/>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2pPr>
    <a:lvl3pPr marL="231775" indent="-122238" algn="l" defTabSz="685800" rtl="0" eaLnBrk="1" latinLnBrk="0" hangingPunct="1">
      <a:lnSpc>
        <a:spcPct val="90000"/>
      </a:lnSpc>
      <a:spcBef>
        <a:spcPts val="0"/>
      </a:spcBef>
      <a:spcAft>
        <a:spcPts val="500"/>
      </a:spcAft>
      <a:buClr>
        <a:schemeClr val="tx2"/>
      </a:buClr>
      <a:buSzPct val="90000"/>
      <a:buFont typeface="Lato Light" panose="020B0604020202020204" pitchFamily="34" charset="0"/>
      <a:buChar char="•"/>
      <a:tabLst/>
      <a:defRPr sz="1100" b="0" i="0" kern="1200">
        <a:solidFill>
          <a:schemeClr val="tx1">
            <a:lumMod val="75000"/>
            <a:lumOff val="25000"/>
          </a:schemeClr>
        </a:solidFill>
        <a:latin typeface="Lato Light" panose="020F0302020204030203" pitchFamily="34" charset="77"/>
        <a:ea typeface="+mn-ea"/>
        <a:cs typeface="+mn-cs"/>
      </a:defRPr>
    </a:lvl3pPr>
    <a:lvl4pPr marL="347663" indent="-109538" algn="l" defTabSz="685800" rtl="0" eaLnBrk="1" latinLnBrk="0" hangingPunct="1">
      <a:lnSpc>
        <a:spcPct val="90000"/>
      </a:lnSpc>
      <a:spcBef>
        <a:spcPts val="0"/>
      </a:spcBef>
      <a:spcAft>
        <a:spcPts val="500"/>
      </a:spcAft>
      <a:buClr>
        <a:schemeClr val="tx2"/>
      </a:buClr>
      <a:buSzPct val="90000"/>
      <a:buFont typeface="Lato Light" panose="020B0604020202020204" pitchFamily="34" charset="0"/>
      <a:buChar char="•"/>
      <a:tabLst/>
      <a:defRPr sz="1000" b="0" i="0" kern="1200">
        <a:solidFill>
          <a:schemeClr val="tx1">
            <a:lumMod val="75000"/>
            <a:lumOff val="25000"/>
          </a:schemeClr>
        </a:solidFill>
        <a:latin typeface="Lato Light" panose="020F0302020204030203" pitchFamily="34" charset="77"/>
        <a:ea typeface="+mn-ea"/>
        <a:cs typeface="+mn-cs"/>
      </a:defRPr>
    </a:lvl4pPr>
    <a:lvl5pPr marL="404813" indent="-76200" algn="l" defTabSz="685800" rtl="0" eaLnBrk="1" latinLnBrk="0" hangingPunct="1">
      <a:lnSpc>
        <a:spcPct val="90000"/>
      </a:lnSpc>
      <a:spcBef>
        <a:spcPts val="0"/>
      </a:spcBef>
      <a:spcAft>
        <a:spcPts val="500"/>
      </a:spcAft>
      <a:buClr>
        <a:schemeClr val="tx2"/>
      </a:buClr>
      <a:buSzPct val="90000"/>
      <a:buFont typeface="Lato Light" panose="020B0604020202020204" pitchFamily="34" charset="0"/>
      <a:buChar char="•"/>
      <a:tabLst/>
      <a:defRPr sz="900" b="0" i="0" kern="1200">
        <a:solidFill>
          <a:schemeClr val="tx1">
            <a:lumMod val="75000"/>
            <a:lumOff val="25000"/>
          </a:schemeClr>
        </a:solidFill>
        <a:latin typeface="Lato Light" panose="020F0302020204030203" pitchFamily="34" charset="77"/>
        <a:ea typeface="+mn-ea"/>
        <a:cs typeface="+mn-cs"/>
      </a:defRPr>
    </a:lvl5pPr>
    <a:lvl6pPr>
      <a:defRPr sz="1000"/>
    </a:lvl6pPr>
    <a:lvl7pPr>
      <a:defRPr sz="1000"/>
    </a:lvl7pPr>
    <a:lvl8pPr>
      <a:defRPr sz="1000"/>
    </a:lvl8pPr>
    <a:lvl9pPr>
      <a:defRPr sz="1000"/>
    </a:lvl9pPr>
  </p:defaultTextStyle>
  <p:extLst>
    <p:ext uri="{521415D9-36F7-43E2-AB2F-B90AF26B5E84}">
      <p14:sectionLst xmlns:p14="http://schemas.microsoft.com/office/powerpoint/2010/main">
        <p14:section name="Intro" id="{431A390C-D877-8746-A8D5-8F5DED55DFD0}">
          <p14:sldIdLst>
            <p14:sldId id="468"/>
            <p14:sldId id="2147481185"/>
            <p14:sldId id="2147483516"/>
            <p14:sldId id="2147483515"/>
            <p14:sldId id="2147483517"/>
          </p14:sldIdLst>
        </p14:section>
        <p14:section name="Process" id="{A644B103-F1ED-D949-AC18-1000C9258F94}">
          <p14:sldIdLst/>
        </p14:section>
      </p14:sectionLst>
    </p:ext>
    <p:ext uri="{EFAFB233-063F-42B5-8137-9DF3F51BA10A}">
      <p15:sldGuideLst xmlns:p15="http://schemas.microsoft.com/office/powerpoint/2012/main">
        <p15:guide id="2" pos="2880" userDrawn="1">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292739-A8BF-ED67-C7A7-39DE0FBD2E70}" name="Eric Walk" initials="EW" userId="S::eric.walk@perficient.com::1de94a7f-b5f1-4388-be05-d3f4d305e921" providerId="AD"/>
  <p188:author id="{5E6EA86A-55D4-F4C3-39F4-C0701FC854BE}" name="Jim Hertzfeld" initials="JH" userId="S::jim.hertzfeld@perficient.com::3380885a-7e00-47b0-bc2f-d6c754965a98" providerId="AD"/>
  <p188:author id="{5C2172AB-B863-F895-BC5C-4DE494D1F844}" name="Don Bouchard" initials="DB" userId="S::don.bouchard@perficient.com::39261106-9caf-463f-8fcc-17f22fd4750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oey Southard" initials="JS" lastIdx="3" clrIdx="0">
    <p:extLst>
      <p:ext uri="{19B8F6BF-5375-455C-9EA6-DF929625EA0E}">
        <p15:presenceInfo xmlns:p15="http://schemas.microsoft.com/office/powerpoint/2012/main" userId="S::joey.southard@perficient.com::e1283798-4d85-495f-be0a-aadd9dd794d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2A044E-D67F-BF97-AE24-9C2F5F5543A2}" v="305" dt="2025-04-03T19:21:52.5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pos="2880"/>
        <p:guide orient="horz" pos="162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24" Type="http://schemas.openxmlformats.org/officeDocument/2006/relationships/font" Target="fonts/font13.fntdata"/><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8.fntdata"/><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62783C3-B5C2-524D-AC2B-1D152B33C97B}"/>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EF329064-8D23-814D-89CF-08CA53740AC8}" type="slidenum">
              <a:rPr lang="en-US" smtClean="0">
                <a:latin typeface="Lato Light" panose="020F0302020204030203" pitchFamily="34" charset="77"/>
              </a:rPr>
              <a:t>‹#›</a:t>
            </a:fld>
            <a:endParaRPr lang="en-US">
              <a:latin typeface="Lato Light" panose="020F0302020204030203" pitchFamily="34" charset="77"/>
            </a:endParaRPr>
          </a:p>
        </p:txBody>
      </p:sp>
      <p:sp>
        <p:nvSpPr>
          <p:cNvPr id="7" name="Header Placeholder 6">
            <a:extLst>
              <a:ext uri="{FF2B5EF4-FFF2-40B4-BE49-F238E27FC236}">
                <a16:creationId xmlns:a16="http://schemas.microsoft.com/office/drawing/2014/main" id="{F60256D3-62D8-FE41-9CEE-5555ADC33679}"/>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latin typeface="Lato Light" panose="020F0302020204030203" pitchFamily="34" charset="77"/>
            </a:endParaRPr>
          </a:p>
        </p:txBody>
      </p:sp>
    </p:spTree>
    <p:extLst>
      <p:ext uri="{BB962C8B-B14F-4D97-AF65-F5344CB8AC3E}">
        <p14:creationId xmlns:p14="http://schemas.microsoft.com/office/powerpoint/2010/main" val="950597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b="0" i="0">
                <a:latin typeface="Lato Light" panose="020F0302020204030203" pitchFamily="34" charset="77"/>
              </a:defRPr>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b="0" i="0">
                <a:latin typeface="Lato Light" panose="020F0302020204030203" pitchFamily="34" charset="77"/>
              </a:defRPr>
            </a:lvl1pPr>
          </a:lstStyle>
          <a:p>
            <a:fld id="{515A4E5C-469D-D740-9530-74929B5AC623}" type="datetimeFigureOut">
              <a:rPr lang="en-US" smtClean="0"/>
              <a:pPr/>
              <a:t>11/3/2025</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b="0" i="0">
                <a:latin typeface="Lato Light" panose="020F0302020204030203" pitchFamily="34" charset="77"/>
              </a:defRPr>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b="0" i="0">
                <a:latin typeface="Lato Light" panose="020F0302020204030203" pitchFamily="34" charset="77"/>
              </a:defRPr>
            </a:lvl1pPr>
          </a:lstStyle>
          <a:p>
            <a:fld id="{4547AC55-5E89-4E49-8F66-26C190DAE775}" type="slidenum">
              <a:rPr lang="en-US" smtClean="0"/>
              <a:pPr/>
              <a:t>‹#›</a:t>
            </a:fld>
            <a:endParaRPr lang="en-US"/>
          </a:p>
        </p:txBody>
      </p:sp>
    </p:spTree>
    <p:extLst>
      <p:ext uri="{BB962C8B-B14F-4D97-AF65-F5344CB8AC3E}">
        <p14:creationId xmlns:p14="http://schemas.microsoft.com/office/powerpoint/2010/main" val="2890979420"/>
      </p:ext>
    </p:extLst>
  </p:cSld>
  <p:clrMap bg1="lt1" tx1="dk1" bg2="lt2" tx2="dk2" accent1="accent1" accent2="accent2" accent3="accent3" accent4="accent4" accent5="accent5" accent6="accent6" hlink="hlink" folHlink="folHlink"/>
  <p:notesStyle>
    <a:lvl1pPr marL="0" algn="l" defTabSz="685800" rtl="0" eaLnBrk="1" latinLnBrk="0" hangingPunct="1">
      <a:defRPr sz="900" b="0" i="0" kern="1200">
        <a:solidFill>
          <a:schemeClr val="tx1"/>
        </a:solidFill>
        <a:latin typeface="Lato Light" panose="020F0302020204030203" pitchFamily="34" charset="77"/>
        <a:ea typeface="+mn-ea"/>
        <a:cs typeface="+mn-cs"/>
      </a:defRPr>
    </a:lvl1pPr>
    <a:lvl2pPr marL="342900" algn="l" defTabSz="685800" rtl="0" eaLnBrk="1" latinLnBrk="0" hangingPunct="1">
      <a:defRPr sz="900" b="0" i="0" kern="1200">
        <a:solidFill>
          <a:schemeClr val="tx1"/>
        </a:solidFill>
        <a:latin typeface="Lato Light" panose="020F0302020204030203" pitchFamily="34" charset="77"/>
        <a:ea typeface="+mn-ea"/>
        <a:cs typeface="+mn-cs"/>
      </a:defRPr>
    </a:lvl2pPr>
    <a:lvl3pPr marL="685800" algn="l" defTabSz="685800" rtl="0" eaLnBrk="1" latinLnBrk="0" hangingPunct="1">
      <a:defRPr sz="900" b="0" i="0" kern="1200">
        <a:solidFill>
          <a:schemeClr val="tx1"/>
        </a:solidFill>
        <a:latin typeface="Lato Light" panose="020F0302020204030203" pitchFamily="34" charset="77"/>
        <a:ea typeface="+mn-ea"/>
        <a:cs typeface="+mn-cs"/>
      </a:defRPr>
    </a:lvl3pPr>
    <a:lvl4pPr marL="1028700" algn="l" defTabSz="685800" rtl="0" eaLnBrk="1" latinLnBrk="0" hangingPunct="1">
      <a:defRPr sz="900" b="0" i="0" kern="1200">
        <a:solidFill>
          <a:schemeClr val="tx1"/>
        </a:solidFill>
        <a:latin typeface="Lato Light" panose="020F0302020204030203" pitchFamily="34" charset="77"/>
        <a:ea typeface="+mn-ea"/>
        <a:cs typeface="+mn-cs"/>
      </a:defRPr>
    </a:lvl4pPr>
    <a:lvl5pPr marL="1371600" algn="l" defTabSz="685800" rtl="0" eaLnBrk="1" latinLnBrk="0" hangingPunct="1">
      <a:defRPr sz="900" b="0" i="0" kern="1200">
        <a:solidFill>
          <a:schemeClr val="tx1"/>
        </a:solidFill>
        <a:latin typeface="Lato Light" panose="020F0302020204030203" pitchFamily="34" charset="77"/>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7AC55-5E89-4E49-8F66-26C190DAE775}" type="slidenum">
              <a:rPr lang="en-US" smtClean="0"/>
              <a:pPr/>
              <a:t>2</a:t>
            </a:fld>
            <a:endParaRPr lang="en-US"/>
          </a:p>
        </p:txBody>
      </p:sp>
    </p:spTree>
    <p:extLst>
      <p:ext uri="{BB962C8B-B14F-4D97-AF65-F5344CB8AC3E}">
        <p14:creationId xmlns:p14="http://schemas.microsoft.com/office/powerpoint/2010/main" val="2985788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4547AC55-5E89-4E49-8F66-26C190DAE775}" type="slidenum">
              <a:rPr lang="en-US" smtClean="0"/>
              <a:pPr/>
              <a:t>4</a:t>
            </a:fld>
            <a:endParaRPr lang="en-US"/>
          </a:p>
        </p:txBody>
      </p:sp>
    </p:spTree>
    <p:extLst>
      <p:ext uri="{BB962C8B-B14F-4D97-AF65-F5344CB8AC3E}">
        <p14:creationId xmlns:p14="http://schemas.microsoft.com/office/powerpoint/2010/main" val="34971452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 Bran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FE1CCC-819F-9946-A573-1EAD748C9C56}"/>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83496" y="412638"/>
            <a:ext cx="1371600" cy="468630"/>
          </a:xfrm>
          <a:prstGeom prst="rect">
            <a:avLst/>
          </a:prstGeom>
        </p:spPr>
      </p:pic>
      <p:pic>
        <p:nvPicPr>
          <p:cNvPr id="2" name="Graphic 1">
            <a:extLst>
              <a:ext uri="{FF2B5EF4-FFF2-40B4-BE49-F238E27FC236}">
                <a16:creationId xmlns:a16="http://schemas.microsoft.com/office/drawing/2014/main" id="{03177060-66F0-4D6F-D739-9A2999FBD2B7}"/>
              </a:ext>
            </a:extLst>
          </p:cNvPr>
          <p:cNvPicPr>
            <a:picLocks noChangeAspect="1"/>
          </p:cNvPicPr>
          <p:nvPr userDrawn="1"/>
        </p:nvPicPr>
        <p:blipFill>
          <a:blip r:embed="rId3">
            <a:alphaModFix amt="20000"/>
            <a:extLst>
              <a:ext uri="{96DAC541-7B7A-43D3-8B79-37D633B846F1}">
                <asvg:svgBlip xmlns:asvg="http://schemas.microsoft.com/office/drawing/2016/SVG/main" r:embed="rId4"/>
              </a:ext>
            </a:extLst>
          </a:blip>
          <a:srcRect l="24229" r="7323" b="4505"/>
          <a:stretch/>
        </p:blipFill>
        <p:spPr>
          <a:xfrm flipH="1">
            <a:off x="0" y="3024307"/>
            <a:ext cx="9144000" cy="2119193"/>
          </a:xfrm>
          <a:prstGeom prst="rect">
            <a:avLst/>
          </a:prstGeom>
        </p:spPr>
      </p:pic>
      <p:sp>
        <p:nvSpPr>
          <p:cNvPr id="9" name="TextBox 8">
            <a:extLst>
              <a:ext uri="{FF2B5EF4-FFF2-40B4-BE49-F238E27FC236}">
                <a16:creationId xmlns:a16="http://schemas.microsoft.com/office/drawing/2014/main" id="{BCEC3EC9-4FE4-DBD9-A7C5-F15E15063F0C}"/>
              </a:ext>
            </a:extLst>
          </p:cNvPr>
          <p:cNvSpPr txBox="1">
            <a:spLocks/>
          </p:cNvSpPr>
          <p:nvPr userDrawn="1"/>
        </p:nvSpPr>
        <p:spPr>
          <a:xfrm>
            <a:off x="6509552" y="2571751"/>
            <a:ext cx="900433" cy="2571751"/>
          </a:xfrm>
          <a:custGeom>
            <a:avLst/>
            <a:gdLst>
              <a:gd name="connsiteX0" fmla="*/ 757107 w 900433"/>
              <a:gd name="connsiteY0" fmla="*/ 0 h 2571751"/>
              <a:gd name="connsiteX1" fmla="*/ 900433 w 900433"/>
              <a:gd name="connsiteY1" fmla="*/ 0 h 2571751"/>
              <a:gd name="connsiteX2" fmla="*/ 143326 w 900433"/>
              <a:gd name="connsiteY2" fmla="*/ 2571751 h 2571751"/>
              <a:gd name="connsiteX3" fmla="*/ 0 w 900433"/>
              <a:gd name="connsiteY3" fmla="*/ 2571751 h 2571751"/>
            </a:gdLst>
            <a:ahLst/>
            <a:cxnLst>
              <a:cxn ang="0">
                <a:pos x="connsiteX0" y="connsiteY0"/>
              </a:cxn>
              <a:cxn ang="0">
                <a:pos x="connsiteX1" y="connsiteY1"/>
              </a:cxn>
              <a:cxn ang="0">
                <a:pos x="connsiteX2" y="connsiteY2"/>
              </a:cxn>
              <a:cxn ang="0">
                <a:pos x="connsiteX3" y="connsiteY3"/>
              </a:cxn>
            </a:cxnLst>
            <a:rect l="l" t="t" r="r" b="b"/>
            <a:pathLst>
              <a:path w="900433" h="2571751">
                <a:moveTo>
                  <a:pt x="757107" y="0"/>
                </a:moveTo>
                <a:lnTo>
                  <a:pt x="900433" y="0"/>
                </a:lnTo>
                <a:lnTo>
                  <a:pt x="143326" y="2571751"/>
                </a:lnTo>
                <a:lnTo>
                  <a:pt x="0" y="2571751"/>
                </a:lnTo>
                <a:close/>
              </a:path>
            </a:pathLst>
          </a:cu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r>
              <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rPr>
              <a:t>  </a:t>
            </a:r>
          </a:p>
        </p:txBody>
      </p:sp>
      <p:sp>
        <p:nvSpPr>
          <p:cNvPr id="14" name="Text Placeholder 13">
            <a:extLst>
              <a:ext uri="{FF2B5EF4-FFF2-40B4-BE49-F238E27FC236}">
                <a16:creationId xmlns:a16="http://schemas.microsoft.com/office/drawing/2014/main" id="{3F6FE1AF-17F3-DB93-911B-C410B56E611D}"/>
              </a:ext>
            </a:extLst>
          </p:cNvPr>
          <p:cNvSpPr>
            <a:spLocks noGrp="1"/>
          </p:cNvSpPr>
          <p:nvPr>
            <p:ph type="body" sz="quarter" idx="10"/>
          </p:nvPr>
        </p:nvSpPr>
        <p:spPr>
          <a:xfrm>
            <a:off x="440225" y="1388762"/>
            <a:ext cx="6754813" cy="1329595"/>
          </a:xfrm>
        </p:spPr>
        <p:txBody>
          <a:bodyPr/>
          <a:lstStyle>
            <a:lvl1pPr indent="0">
              <a:lnSpc>
                <a:spcPct val="90000"/>
              </a:lnSpc>
              <a:spcAft>
                <a:spcPts val="0"/>
              </a:spcAft>
              <a:defRPr lang="en-US" sz="4800" b="0" i="0" kern="1200" dirty="0" smtClean="0">
                <a:solidFill>
                  <a:schemeClr val="tx1"/>
                </a:solidFill>
                <a:latin typeface="Lato Black" panose="020F0A02020204030203" pitchFamily="34" charset="0"/>
                <a:ea typeface="+mj-ea"/>
                <a:cs typeface="+mj-cs"/>
              </a:defRPr>
            </a:lvl1pPr>
            <a:lvl2pPr marL="6350" indent="0">
              <a:buNone/>
              <a:defRPr/>
            </a:lvl2pPr>
          </a:lstStyle>
          <a:p>
            <a:pPr lvl="0"/>
            <a:r>
              <a:rPr lang="en-US"/>
              <a:t>Click to edit Master text styles</a:t>
            </a:r>
          </a:p>
        </p:txBody>
      </p:sp>
      <p:sp>
        <p:nvSpPr>
          <p:cNvPr id="17" name="Text Placeholder 16">
            <a:extLst>
              <a:ext uri="{FF2B5EF4-FFF2-40B4-BE49-F238E27FC236}">
                <a16:creationId xmlns:a16="http://schemas.microsoft.com/office/drawing/2014/main" id="{407F9FF4-67FF-42DB-C91B-AD4BAB465FB3}"/>
              </a:ext>
            </a:extLst>
          </p:cNvPr>
          <p:cNvSpPr>
            <a:spLocks noGrp="1"/>
          </p:cNvSpPr>
          <p:nvPr>
            <p:ph type="body" sz="quarter" idx="11" hasCustomPrompt="1"/>
          </p:nvPr>
        </p:nvSpPr>
        <p:spPr>
          <a:xfrm>
            <a:off x="473075" y="1125539"/>
            <a:ext cx="3825875" cy="263222"/>
          </a:xfrm>
        </p:spPr>
        <p:txBody>
          <a:bodyPr>
            <a:noAutofit/>
          </a:bodyPr>
          <a:lstStyle>
            <a:lvl1pPr>
              <a:defRPr kumimoji="0" lang="en-US" sz="1000" b="0" i="0" u="none" strike="noStrike" kern="1200" cap="none" spc="140" normalizeH="0" baseline="0" dirty="0" smtClean="0">
                <a:ln>
                  <a:noFill/>
                </a:ln>
                <a:solidFill>
                  <a:srgbClr val="CC1F20"/>
                </a:solidFill>
                <a:effectLst/>
                <a:uLnTx/>
                <a:uFillTx/>
                <a:latin typeface="Roboto Condensed" panose="02000000000000000000" pitchFamily="2" charset="0"/>
                <a:ea typeface="Roboto Condensed" panose="02000000000000000000" pitchFamily="2" charset="0"/>
                <a:cs typeface="+mn-cs"/>
              </a:defRPr>
            </a:lvl1pPr>
          </a:lstStyle>
          <a:p>
            <a:pPr marL="0" marR="0" lvl="0" indent="0" algn="l" defTabSz="685800" rtl="0" eaLnBrk="1" fontAlgn="auto" latinLnBrk="0" hangingPunct="1">
              <a:lnSpc>
                <a:spcPct val="120000"/>
              </a:lnSpc>
              <a:spcBef>
                <a:spcPts val="0"/>
              </a:spcBef>
              <a:spcAft>
                <a:spcPts val="800"/>
              </a:spcAft>
              <a:buClr>
                <a:srgbClr val="CC1F20"/>
              </a:buClr>
              <a:buSzPct val="90000"/>
              <a:buFont typeface="Arial" panose="020B0604020202020204" pitchFamily="34" charset="0"/>
              <a:buNone/>
              <a:tabLst/>
              <a:defRPr/>
            </a:pPr>
            <a:r>
              <a:rPr lang="en-US"/>
              <a:t>CLICK TO EDIT MASTER TEXT STYLES</a:t>
            </a:r>
          </a:p>
        </p:txBody>
      </p:sp>
    </p:spTree>
    <p:extLst>
      <p:ext uri="{BB962C8B-B14F-4D97-AF65-F5344CB8AC3E}">
        <p14:creationId xmlns:p14="http://schemas.microsoft.com/office/powerpoint/2010/main" val="2082190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RFP 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99662F6-A801-B84E-9058-E22EC0843BAE}"/>
              </a:ext>
            </a:extLst>
          </p:cNvPr>
          <p:cNvSpPr>
            <a:spLocks noGrp="1"/>
          </p:cNvSpPr>
          <p:nvPr>
            <p:ph type="pic" sz="quarter" idx="10"/>
          </p:nvPr>
        </p:nvSpPr>
        <p:spPr>
          <a:xfrm>
            <a:off x="0" y="5060"/>
            <a:ext cx="9144000" cy="5138440"/>
          </a:xfrm>
          <a:prstGeom prst="rect">
            <a:avLst/>
          </a:prstGeom>
          <a:gradFill>
            <a:gsLst>
              <a:gs pos="0">
                <a:schemeClr val="bg1"/>
              </a:gs>
              <a:gs pos="100000">
                <a:schemeClr val="bg1">
                  <a:lumMod val="65000"/>
                </a:schemeClr>
              </a:gs>
            </a:gsLst>
            <a:lin ang="8100000" scaled="1"/>
          </a:gradFill>
        </p:spPr>
        <p:txBody>
          <a:bodyPr vert="horz" lIns="0" tIns="0" rIns="0" bIns="0" rtlCol="0" anchor="ctr">
            <a:normAutofit/>
          </a:bodyPr>
          <a:lstStyle>
            <a:lvl1pPr marL="0" indent="0">
              <a:buFont typeface="Arial" panose="020B0604020202020204" pitchFamily="34" charset="0"/>
              <a:buNone/>
              <a:defRPr lang="en-US" dirty="0">
                <a:noFill/>
              </a:defRPr>
            </a:lvl1pPr>
          </a:lstStyle>
          <a:p>
            <a:pPr marL="115094" lvl="0" indent="-115094" algn="ctr"/>
            <a:r>
              <a:rPr lang="en-US"/>
              <a:t>Click icon to add picture</a:t>
            </a:r>
          </a:p>
        </p:txBody>
      </p:sp>
      <p:sp>
        <p:nvSpPr>
          <p:cNvPr id="6" name="Text Placeholder 8">
            <a:extLst>
              <a:ext uri="{FF2B5EF4-FFF2-40B4-BE49-F238E27FC236}">
                <a16:creationId xmlns:a16="http://schemas.microsoft.com/office/drawing/2014/main" id="{C7D3ACDF-85C6-1348-BFE5-52FA4A0E9BCF}"/>
              </a:ext>
            </a:extLst>
          </p:cNvPr>
          <p:cNvSpPr>
            <a:spLocks noGrp="1"/>
          </p:cNvSpPr>
          <p:nvPr>
            <p:ph type="body" sz="quarter" idx="11" hasCustomPrompt="1"/>
          </p:nvPr>
        </p:nvSpPr>
        <p:spPr>
          <a:xfrm>
            <a:off x="592850" y="2376312"/>
            <a:ext cx="2282825" cy="216726"/>
          </a:xfrm>
          <a:prstGeom prst="rect">
            <a:avLst/>
          </a:prstGeom>
        </p:spPr>
        <p:txBody>
          <a:bodyPr wrap="square" lIns="0" tIns="0" rIns="0" bIns="45720">
            <a:spAutoFit/>
          </a:bodyPr>
          <a:lstStyle>
            <a:lvl1pPr marL="0" indent="0">
              <a:lnSpc>
                <a:spcPct val="80000"/>
              </a:lnSpc>
              <a:spcAft>
                <a:spcPts val="600"/>
              </a:spcAft>
              <a:buNone/>
              <a:defRPr kumimoji="0" lang="en-US" sz="1000" b="0" i="0" u="none" strike="noStrike" kern="1200" cap="none" spc="140" normalizeH="0" baseline="0" dirty="0">
                <a:ln>
                  <a:noFill/>
                </a:ln>
                <a:solidFill>
                  <a:srgbClr val="CC1F20"/>
                </a:solidFill>
                <a:effectLst/>
                <a:uLnTx/>
                <a:uFillTx/>
                <a:latin typeface="Roboto Condensed" panose="02000000000000000000" pitchFamily="2" charset="0"/>
                <a:ea typeface="Roboto Condensed" panose="02000000000000000000" pitchFamily="2" charset="0"/>
                <a:cs typeface="+mn-cs"/>
              </a:defRPr>
            </a:lvl1pPr>
            <a:lvl2pPr marL="234950" indent="0">
              <a:buNone/>
              <a:defRPr/>
            </a:lvl2pPr>
            <a:lvl3pPr marL="411162" indent="0">
              <a:buNone/>
              <a:defRPr/>
            </a:lvl3pPr>
            <a:lvl4pPr marL="568325" indent="0">
              <a:buNone/>
              <a:defRPr/>
            </a:lvl4pPr>
            <a:lvl5pPr marL="742950" indent="0">
              <a:buNone/>
              <a:defRPr/>
            </a:lvl5pPr>
          </a:lstStyle>
          <a:p>
            <a:pPr marL="0" marR="0" lvl="0" indent="0" algn="l" defTabSz="685800" rtl="0" eaLnBrk="1" fontAlgn="auto" latinLnBrk="0" hangingPunct="1">
              <a:lnSpc>
                <a:spcPct val="120000"/>
              </a:lnSpc>
              <a:spcBef>
                <a:spcPts val="0"/>
              </a:spcBef>
              <a:spcAft>
                <a:spcPts val="800"/>
              </a:spcAft>
              <a:buClr>
                <a:srgbClr val="CC1F20"/>
              </a:buClr>
              <a:buSzPct val="90000"/>
              <a:buFont typeface="Arial" panose="020B0604020202020204" pitchFamily="34" charset="0"/>
              <a:buNone/>
              <a:tabLst/>
              <a:defRPr/>
            </a:pPr>
            <a:r>
              <a:rPr lang="en-US"/>
              <a:t>OPTIONAL EYEBROW</a:t>
            </a:r>
          </a:p>
        </p:txBody>
      </p:sp>
      <p:sp>
        <p:nvSpPr>
          <p:cNvPr id="7" name="Title 9">
            <a:extLst>
              <a:ext uri="{FF2B5EF4-FFF2-40B4-BE49-F238E27FC236}">
                <a16:creationId xmlns:a16="http://schemas.microsoft.com/office/drawing/2014/main" id="{B8F93EE6-89D1-0645-9A15-F2B174758B31}"/>
              </a:ext>
            </a:extLst>
          </p:cNvPr>
          <p:cNvSpPr>
            <a:spLocks noGrp="1"/>
          </p:cNvSpPr>
          <p:nvPr>
            <p:ph type="title" hasCustomPrompt="1"/>
          </p:nvPr>
        </p:nvSpPr>
        <p:spPr>
          <a:xfrm>
            <a:off x="558836" y="2571750"/>
            <a:ext cx="5529713" cy="683264"/>
          </a:xfrm>
          <a:prstGeom prst="rect">
            <a:avLst/>
          </a:prstGeom>
        </p:spPr>
        <p:txBody>
          <a:bodyPr wrap="square" bIns="182880" anchor="t" anchorCtr="0">
            <a:spAutoFit/>
          </a:bodyPr>
          <a:lstStyle>
            <a:lvl1pPr>
              <a:defRPr sz="3600" b="0" i="0">
                <a:latin typeface="Lato Black" panose="020F0A02020204030203" pitchFamily="34" charset="0"/>
                <a:ea typeface="GulimChe" panose="020B0609000101010101" pitchFamily="49" charset="-127"/>
              </a:defRPr>
            </a:lvl1pPr>
          </a:lstStyle>
          <a:p>
            <a:r>
              <a:rPr lang="en-US"/>
              <a:t>Presentation Title</a:t>
            </a:r>
          </a:p>
        </p:txBody>
      </p:sp>
      <p:sp>
        <p:nvSpPr>
          <p:cNvPr id="3" name="Content Placeholder 2">
            <a:extLst>
              <a:ext uri="{FF2B5EF4-FFF2-40B4-BE49-F238E27FC236}">
                <a16:creationId xmlns:a16="http://schemas.microsoft.com/office/drawing/2014/main" id="{187C5375-F4E8-034A-89E4-EA7C85EC3BE2}"/>
              </a:ext>
            </a:extLst>
          </p:cNvPr>
          <p:cNvSpPr>
            <a:spLocks noGrp="1"/>
          </p:cNvSpPr>
          <p:nvPr>
            <p:ph sz="quarter" idx="12" hasCustomPrompt="1"/>
          </p:nvPr>
        </p:nvSpPr>
        <p:spPr>
          <a:xfrm>
            <a:off x="585788" y="327865"/>
            <a:ext cx="1467871" cy="640080"/>
          </a:xfrm>
        </p:spPr>
        <p:txBody>
          <a:bodyPr anchor="ctr" anchorCtr="1">
            <a:noAutofit/>
          </a:bodyPr>
          <a:lstStyle>
            <a:lvl1pPr>
              <a:defRPr sz="900">
                <a:latin typeface="+mj-lt"/>
              </a:defRPr>
            </a:lvl1pPr>
          </a:lstStyle>
          <a:p>
            <a:pPr lvl="0"/>
            <a:r>
              <a:rPr lang="en-US"/>
              <a:t>Client Logo </a:t>
            </a:r>
          </a:p>
        </p:txBody>
      </p:sp>
      <p:sp>
        <p:nvSpPr>
          <p:cNvPr id="11" name="Text Placeholder 8">
            <a:extLst>
              <a:ext uri="{FF2B5EF4-FFF2-40B4-BE49-F238E27FC236}">
                <a16:creationId xmlns:a16="http://schemas.microsoft.com/office/drawing/2014/main" id="{B5A269AA-BB0A-4342-AB33-7F08E043BC95}"/>
              </a:ext>
            </a:extLst>
          </p:cNvPr>
          <p:cNvSpPr>
            <a:spLocks noGrp="1"/>
          </p:cNvSpPr>
          <p:nvPr>
            <p:ph type="body" sz="quarter" idx="13" hasCustomPrompt="1"/>
          </p:nvPr>
        </p:nvSpPr>
        <p:spPr>
          <a:xfrm>
            <a:off x="580313" y="3277641"/>
            <a:ext cx="3094037" cy="147733"/>
          </a:xfrm>
          <a:prstGeom prst="rect">
            <a:avLst/>
          </a:prstGeom>
        </p:spPr>
        <p:txBody>
          <a:bodyPr wrap="square" lIns="0" tIns="0" rIns="0" bIns="0">
            <a:spAutoFit/>
          </a:bodyPr>
          <a:lstStyle>
            <a:lvl1pPr marL="0" indent="0">
              <a:lnSpc>
                <a:spcPct val="80000"/>
              </a:lnSpc>
              <a:spcAft>
                <a:spcPts val="600"/>
              </a:spcAft>
              <a:buNone/>
              <a:defRPr lang="en-US" sz="1200" b="0" i="0" kern="1200" spc="0" baseline="0" dirty="0">
                <a:solidFill>
                  <a:schemeClr val="tx1"/>
                </a:solidFill>
                <a:latin typeface="+mn-lt"/>
                <a:ea typeface="Roboto Condensed" panose="02000000000000000000" pitchFamily="2" charset="0"/>
                <a:cs typeface="+mn-cs"/>
              </a:defRPr>
            </a:lvl1pPr>
            <a:lvl2pPr marL="234950" indent="0">
              <a:buNone/>
              <a:defRPr/>
            </a:lvl2pPr>
            <a:lvl3pPr marL="411162" indent="0">
              <a:buNone/>
              <a:defRPr/>
            </a:lvl3pPr>
            <a:lvl4pPr marL="568325" indent="0">
              <a:buNone/>
              <a:defRPr/>
            </a:lvl4pPr>
            <a:lvl5pPr marL="742950" indent="0">
              <a:buNone/>
              <a:defRPr/>
            </a:lvl5pPr>
          </a:lstStyle>
          <a:p>
            <a:pPr marL="0" lvl="0" indent="0" algn="l" defTabSz="685800" rtl="0" eaLnBrk="1" latinLnBrk="0" hangingPunct="1">
              <a:lnSpc>
                <a:spcPct val="80000"/>
              </a:lnSpc>
              <a:spcBef>
                <a:spcPts val="0"/>
              </a:spcBef>
              <a:spcAft>
                <a:spcPts val="600"/>
              </a:spcAft>
              <a:buClr>
                <a:schemeClr val="accent2"/>
              </a:buClr>
              <a:buSzPct val="90000"/>
              <a:buFont typeface="Arial" panose="020B0604020202020204" pitchFamily="34" charset="0"/>
              <a:buNone/>
            </a:pPr>
            <a:r>
              <a:rPr lang="en-US"/>
              <a:t>Optional info text</a:t>
            </a:r>
          </a:p>
        </p:txBody>
      </p:sp>
    </p:spTree>
    <p:extLst>
      <p:ext uri="{BB962C8B-B14F-4D97-AF65-F5344CB8AC3E}">
        <p14:creationId xmlns:p14="http://schemas.microsoft.com/office/powerpoint/2010/main" val="2804806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108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87374" y="514350"/>
            <a:ext cx="7972426" cy="572464"/>
          </a:xfrm>
          <a:prstGeom prst="rect">
            <a:avLst/>
          </a:prstGeom>
        </p:spPr>
        <p:txBody>
          <a:bodyPr vert="horz" wrap="square" lIns="0" tIns="0" rIns="0" bIns="182880" rtlCol="0" anchor="t" anchorCtr="0">
            <a:spAutoFit/>
          </a:bodyPr>
          <a:lstStyle>
            <a:lvl1pPr algn="l">
              <a:defRPr lang="en-US" sz="2800" dirty="0"/>
            </a:lvl1pPr>
          </a:lstStyle>
          <a:p>
            <a:pPr lvl="0"/>
            <a:r>
              <a:rPr lang="en-US"/>
              <a:t>Click to edit Master title style</a:t>
            </a:r>
          </a:p>
        </p:txBody>
      </p:sp>
      <p:sp>
        <p:nvSpPr>
          <p:cNvPr id="6" name="TextBox 5">
            <a:extLst>
              <a:ext uri="{FF2B5EF4-FFF2-40B4-BE49-F238E27FC236}">
                <a16:creationId xmlns:a16="http://schemas.microsoft.com/office/drawing/2014/main" id="{BA334796-8E4C-2342-A81B-90F238A6B3CD}"/>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7" name="Picture 6">
            <a:extLst>
              <a:ext uri="{FF2B5EF4-FFF2-40B4-BE49-F238E27FC236}">
                <a16:creationId xmlns:a16="http://schemas.microsoft.com/office/drawing/2014/main" id="{D03D9F63-DB1C-874B-908A-D2113EBB43D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3951755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87374" y="514350"/>
            <a:ext cx="7972426" cy="572464"/>
          </a:xfrm>
          <a:prstGeom prst="rect">
            <a:avLst/>
          </a:prstGeom>
        </p:spPr>
        <p:txBody>
          <a:bodyPr vert="horz" wrap="square" lIns="0" tIns="0" rIns="0" bIns="182880" rtlCol="0" anchor="t" anchorCtr="0">
            <a:spAutoFit/>
          </a:bodyPr>
          <a:lstStyle>
            <a:lvl1pPr algn="l">
              <a:defRPr lang="en-US" sz="2800" dirty="0"/>
            </a:lvl1pPr>
          </a:lstStyle>
          <a:p>
            <a:pPr lvl="0"/>
            <a:r>
              <a:rPr lang="en-US"/>
              <a:t>Click to edit Master title style</a:t>
            </a:r>
          </a:p>
        </p:txBody>
      </p:sp>
      <p:sp>
        <p:nvSpPr>
          <p:cNvPr id="6" name="TextBox 5">
            <a:extLst>
              <a:ext uri="{FF2B5EF4-FFF2-40B4-BE49-F238E27FC236}">
                <a16:creationId xmlns:a16="http://schemas.microsoft.com/office/drawing/2014/main" id="{BA334796-8E4C-2342-A81B-90F238A6B3CD}"/>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7" name="Picture 6">
            <a:extLst>
              <a:ext uri="{FF2B5EF4-FFF2-40B4-BE49-F238E27FC236}">
                <a16:creationId xmlns:a16="http://schemas.microsoft.com/office/drawing/2014/main" id="{D03D9F63-DB1C-874B-908A-D2113EBB43D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
        <p:nvSpPr>
          <p:cNvPr id="4" name="Text Placeholder 3">
            <a:extLst>
              <a:ext uri="{FF2B5EF4-FFF2-40B4-BE49-F238E27FC236}">
                <a16:creationId xmlns:a16="http://schemas.microsoft.com/office/drawing/2014/main" id="{AA67AAA0-0666-51E5-F6C6-91BB7AC33392}"/>
              </a:ext>
            </a:extLst>
          </p:cNvPr>
          <p:cNvSpPr>
            <a:spLocks noGrp="1"/>
          </p:cNvSpPr>
          <p:nvPr>
            <p:ph type="body" sz="quarter" idx="10"/>
          </p:nvPr>
        </p:nvSpPr>
        <p:spPr>
          <a:xfrm>
            <a:off x="587375" y="1262063"/>
            <a:ext cx="7972425" cy="1198213"/>
          </a:xfrm>
        </p:spPr>
        <p:txBody>
          <a:bodyPr/>
          <a:lstStyle>
            <a:lvl2pPr indent="-118872">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9784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 2 Content Cloumns">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1784B98-EA53-9743-846F-6A0E94D2886F}"/>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5" name="Title 1">
            <a:extLst>
              <a:ext uri="{FF2B5EF4-FFF2-40B4-BE49-F238E27FC236}">
                <a16:creationId xmlns:a16="http://schemas.microsoft.com/office/drawing/2014/main" id="{73805E69-9E4B-6246-9316-CA85ADADE362}"/>
              </a:ext>
            </a:extLst>
          </p:cNvPr>
          <p:cNvSpPr>
            <a:spLocks noGrp="1"/>
          </p:cNvSpPr>
          <p:nvPr>
            <p:ph type="title"/>
          </p:nvPr>
        </p:nvSpPr>
        <p:spPr>
          <a:xfrm>
            <a:off x="587374" y="525050"/>
            <a:ext cx="7972426"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21" name="Text Placeholder 2">
            <a:extLst>
              <a:ext uri="{FF2B5EF4-FFF2-40B4-BE49-F238E27FC236}">
                <a16:creationId xmlns:a16="http://schemas.microsoft.com/office/drawing/2014/main" id="{601E6B25-3882-E74C-ADA2-84CB1AB89C6B}"/>
              </a:ext>
            </a:extLst>
          </p:cNvPr>
          <p:cNvSpPr>
            <a:spLocks noGrp="1"/>
          </p:cNvSpPr>
          <p:nvPr>
            <p:ph type="body" sz="quarter" idx="18"/>
          </p:nvPr>
        </p:nvSpPr>
        <p:spPr>
          <a:xfrm>
            <a:off x="587376" y="1543050"/>
            <a:ext cx="3095624" cy="198965"/>
          </a:xfrm>
          <a:prstGeom prst="rect">
            <a:avLst/>
          </a:prstGeom>
        </p:spPr>
        <p:txBody>
          <a:bodyPr/>
          <a:lstStyle>
            <a:lvl1pPr marL="0" indent="0">
              <a:buNone/>
              <a:defRPr b="0" i="0">
                <a:solidFill>
                  <a:schemeClr val="tx1"/>
                </a:solidFill>
                <a:latin typeface="+mj-lt"/>
              </a:defRPr>
            </a:lvl1pPr>
          </a:lstStyle>
          <a:p>
            <a:pPr lvl="0"/>
            <a:r>
              <a:rPr lang="en-US"/>
              <a:t>Click to edit Master text styles</a:t>
            </a:r>
          </a:p>
        </p:txBody>
      </p:sp>
      <p:sp>
        <p:nvSpPr>
          <p:cNvPr id="22" name="Text Placeholder 2">
            <a:extLst>
              <a:ext uri="{FF2B5EF4-FFF2-40B4-BE49-F238E27FC236}">
                <a16:creationId xmlns:a16="http://schemas.microsoft.com/office/drawing/2014/main" id="{56BFFC5C-B10A-AC44-9ADB-46765E7D7673}"/>
              </a:ext>
            </a:extLst>
          </p:cNvPr>
          <p:cNvSpPr>
            <a:spLocks noGrp="1"/>
          </p:cNvSpPr>
          <p:nvPr>
            <p:ph type="body" sz="quarter" idx="21" hasCustomPrompt="1"/>
          </p:nvPr>
        </p:nvSpPr>
        <p:spPr>
          <a:xfrm>
            <a:off x="4649787" y="1828605"/>
            <a:ext cx="3095624" cy="758606"/>
          </a:xfrm>
          <a:prstGeom prst="rect">
            <a:avLst/>
          </a:prstGeom>
        </p:spPr>
        <p:txBody>
          <a:bodyPr/>
          <a:lstStyle>
            <a:lvl2pPr>
              <a:spcAft>
                <a:spcPts val="0"/>
              </a:spcAft>
              <a:defRPr/>
            </a:lvl2pPr>
            <a:lvl3pPr>
              <a:spcAft>
                <a:spcPts val="0"/>
              </a:spcAft>
              <a:defRPr/>
            </a:lvl3pPr>
            <a:lvl4pPr>
              <a:spcAft>
                <a:spcPts val="0"/>
              </a:spcAft>
              <a:defRPr/>
            </a:lvl4pPr>
            <a:lvl5pPr>
              <a:spcAft>
                <a:spcPts val="0"/>
              </a:spcAft>
              <a:defRPr/>
            </a:lvl5pPr>
          </a:lstStyle>
          <a:p>
            <a:pPr lvl="1"/>
            <a:r>
              <a:rPr lang="en-US"/>
              <a:t>Second level</a:t>
            </a:r>
          </a:p>
          <a:p>
            <a:pPr lvl="2"/>
            <a:r>
              <a:rPr lang="en-US"/>
              <a:t>Third level</a:t>
            </a:r>
          </a:p>
          <a:p>
            <a:pPr lvl="3"/>
            <a:r>
              <a:rPr lang="en-US"/>
              <a:t>Fourth level</a:t>
            </a:r>
          </a:p>
          <a:p>
            <a:pPr lvl="4"/>
            <a:r>
              <a:rPr lang="en-US"/>
              <a:t>Fifth level</a:t>
            </a:r>
          </a:p>
        </p:txBody>
      </p:sp>
      <p:sp>
        <p:nvSpPr>
          <p:cNvPr id="23" name="Text Placeholder 2">
            <a:extLst>
              <a:ext uri="{FF2B5EF4-FFF2-40B4-BE49-F238E27FC236}">
                <a16:creationId xmlns:a16="http://schemas.microsoft.com/office/drawing/2014/main" id="{F6091B78-9155-CA4A-A10B-EDE56E81CD1A}"/>
              </a:ext>
            </a:extLst>
          </p:cNvPr>
          <p:cNvSpPr>
            <a:spLocks noGrp="1"/>
          </p:cNvSpPr>
          <p:nvPr>
            <p:ph type="body" sz="quarter" idx="22"/>
          </p:nvPr>
        </p:nvSpPr>
        <p:spPr>
          <a:xfrm>
            <a:off x="4649787" y="1543050"/>
            <a:ext cx="3095624" cy="198965"/>
          </a:xfrm>
          <a:prstGeom prst="rect">
            <a:avLst/>
          </a:prstGeom>
        </p:spPr>
        <p:txBody>
          <a:bodyPr/>
          <a:lstStyle>
            <a:lvl1pPr marL="0" indent="0">
              <a:buNone/>
              <a:defRPr b="0" i="0">
                <a:solidFill>
                  <a:schemeClr val="tx1"/>
                </a:solidFill>
                <a:latin typeface="+mj-lt"/>
              </a:defRPr>
            </a:lvl1pPr>
          </a:lstStyle>
          <a:p>
            <a:pPr lvl="0"/>
            <a:r>
              <a:rPr lang="en-US"/>
              <a:t>Click to edit Master text styles</a:t>
            </a:r>
          </a:p>
        </p:txBody>
      </p:sp>
      <p:sp>
        <p:nvSpPr>
          <p:cNvPr id="8" name="Text Placeholder 2">
            <a:extLst>
              <a:ext uri="{FF2B5EF4-FFF2-40B4-BE49-F238E27FC236}">
                <a16:creationId xmlns:a16="http://schemas.microsoft.com/office/drawing/2014/main" id="{2255BA7A-9526-C548-ACBD-804FCD63B0DD}"/>
              </a:ext>
            </a:extLst>
          </p:cNvPr>
          <p:cNvSpPr>
            <a:spLocks noGrp="1"/>
          </p:cNvSpPr>
          <p:nvPr>
            <p:ph type="body" sz="quarter" idx="23" hasCustomPrompt="1"/>
          </p:nvPr>
        </p:nvSpPr>
        <p:spPr>
          <a:xfrm>
            <a:off x="592617" y="1828605"/>
            <a:ext cx="3095624" cy="758606"/>
          </a:xfrm>
          <a:prstGeom prst="rect">
            <a:avLst/>
          </a:prstGeom>
        </p:spPr>
        <p:txBody>
          <a:bodyPr/>
          <a:lstStyle>
            <a:lvl2pPr indent="-118872">
              <a:spcAft>
                <a:spcPts val="0"/>
              </a:spcAft>
              <a:defRPr/>
            </a:lvl2pPr>
            <a:lvl3pPr>
              <a:spcAft>
                <a:spcPts val="0"/>
              </a:spcAft>
              <a:defRPr/>
            </a:lvl3pPr>
            <a:lvl4pPr>
              <a:spcAft>
                <a:spcPts val="0"/>
              </a:spcAft>
              <a:defRPr/>
            </a:lvl4pPr>
            <a:lvl5pPr>
              <a:spcAft>
                <a:spcPts val="0"/>
              </a:spcAft>
              <a:defRPr/>
            </a:lvl5pPr>
          </a:lstStyle>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D3BD11F-57FA-4B40-A03F-EE8B0F32BB52}"/>
              </a:ext>
            </a:extLst>
          </p:cNvPr>
          <p:cNvCxnSpPr>
            <a:cxnSpLocks/>
          </p:cNvCxnSpPr>
          <p:nvPr userDrawn="1"/>
        </p:nvCxnSpPr>
        <p:spPr>
          <a:xfrm>
            <a:off x="4197031" y="1543050"/>
            <a:ext cx="0" cy="30861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5" name="Picture 6">
            <a:extLst>
              <a:ext uri="{FF2B5EF4-FFF2-40B4-BE49-F238E27FC236}">
                <a16:creationId xmlns:a16="http://schemas.microsoft.com/office/drawing/2014/main" id="{782D36D4-F854-3440-BFF8-AC3834ED941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2305286859"/>
      </p:ext>
    </p:extLst>
  </p:cSld>
  <p:clrMapOvr>
    <a:masterClrMapping/>
  </p:clrMapOvr>
  <p:extLst>
    <p:ext uri="{DCECCB84-F9BA-43D5-87BE-67443E8EF086}">
      <p15:sldGuideLst xmlns:p15="http://schemas.microsoft.com/office/powerpoint/2012/main">
        <p15:guide id="1" orient="horz" pos="114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 3 Content Cloumns">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4ED310B5-38B7-2F4B-9EB1-9F0FE21E5119}"/>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5" name="Title 1">
            <a:extLst>
              <a:ext uri="{FF2B5EF4-FFF2-40B4-BE49-F238E27FC236}">
                <a16:creationId xmlns:a16="http://schemas.microsoft.com/office/drawing/2014/main" id="{73805E69-9E4B-6246-9316-CA85ADADE362}"/>
              </a:ext>
            </a:extLst>
          </p:cNvPr>
          <p:cNvSpPr>
            <a:spLocks noGrp="1"/>
          </p:cNvSpPr>
          <p:nvPr>
            <p:ph type="title"/>
          </p:nvPr>
        </p:nvSpPr>
        <p:spPr>
          <a:xfrm>
            <a:off x="587374" y="525050"/>
            <a:ext cx="7977423"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13" name="Text Placeholder 2">
            <a:extLst>
              <a:ext uri="{FF2B5EF4-FFF2-40B4-BE49-F238E27FC236}">
                <a16:creationId xmlns:a16="http://schemas.microsoft.com/office/drawing/2014/main" id="{9880D901-ACB9-8A42-9E43-D81743204744}"/>
              </a:ext>
            </a:extLst>
          </p:cNvPr>
          <p:cNvSpPr>
            <a:spLocks noGrp="1"/>
          </p:cNvSpPr>
          <p:nvPr>
            <p:ph type="body" sz="quarter" idx="17"/>
          </p:nvPr>
        </p:nvSpPr>
        <p:spPr>
          <a:xfrm>
            <a:off x="587376" y="1828605"/>
            <a:ext cx="2281238" cy="198965"/>
          </a:xfrm>
          <a:prstGeom prst="rect">
            <a:avLst/>
          </a:prstGeom>
        </p:spPr>
        <p:txBody>
          <a:bodyPr/>
          <a:lstStyle/>
          <a:p>
            <a:pPr lvl="0"/>
            <a:r>
              <a:rPr lang="en-US"/>
              <a:t>Click to edit Master text styles</a:t>
            </a:r>
          </a:p>
        </p:txBody>
      </p:sp>
      <p:sp>
        <p:nvSpPr>
          <p:cNvPr id="14" name="Text Placeholder 2">
            <a:extLst>
              <a:ext uri="{FF2B5EF4-FFF2-40B4-BE49-F238E27FC236}">
                <a16:creationId xmlns:a16="http://schemas.microsoft.com/office/drawing/2014/main" id="{E7994FFE-9132-E449-806F-B373E0693CDD}"/>
              </a:ext>
            </a:extLst>
          </p:cNvPr>
          <p:cNvSpPr>
            <a:spLocks noGrp="1"/>
          </p:cNvSpPr>
          <p:nvPr>
            <p:ph type="body" sz="quarter" idx="18"/>
          </p:nvPr>
        </p:nvSpPr>
        <p:spPr>
          <a:xfrm>
            <a:off x="587376" y="1543050"/>
            <a:ext cx="2281238" cy="198965"/>
          </a:xfrm>
          <a:prstGeom prst="rect">
            <a:avLst/>
          </a:prstGeom>
        </p:spPr>
        <p:txBody>
          <a:bodyPr/>
          <a:lstStyle>
            <a:lvl1pPr>
              <a:defRPr b="0" i="0">
                <a:solidFill>
                  <a:schemeClr val="tx1"/>
                </a:solidFill>
                <a:latin typeface="+mj-lt"/>
              </a:defRPr>
            </a:lvl1pPr>
          </a:lstStyle>
          <a:p>
            <a:pPr lvl="0"/>
            <a:r>
              <a:rPr lang="en-US"/>
              <a:t>Click to edit Master text styles</a:t>
            </a:r>
          </a:p>
        </p:txBody>
      </p:sp>
      <p:sp>
        <p:nvSpPr>
          <p:cNvPr id="15" name="Text Placeholder 2">
            <a:extLst>
              <a:ext uri="{FF2B5EF4-FFF2-40B4-BE49-F238E27FC236}">
                <a16:creationId xmlns:a16="http://schemas.microsoft.com/office/drawing/2014/main" id="{A2A867E7-52C2-8948-8566-E22BA0002721}"/>
              </a:ext>
            </a:extLst>
          </p:cNvPr>
          <p:cNvSpPr>
            <a:spLocks noGrp="1"/>
          </p:cNvSpPr>
          <p:nvPr>
            <p:ph type="body" sz="quarter" idx="19"/>
          </p:nvPr>
        </p:nvSpPr>
        <p:spPr>
          <a:xfrm>
            <a:off x="6280254" y="1828605"/>
            <a:ext cx="2281238" cy="198965"/>
          </a:xfrm>
          <a:prstGeom prst="rect">
            <a:avLst/>
          </a:prstGeom>
        </p:spPr>
        <p:txBody>
          <a:bodyPr/>
          <a:lstStyle/>
          <a:p>
            <a:pPr lvl="0"/>
            <a:r>
              <a:rPr lang="en-US"/>
              <a:t>Click to edit Master text styles</a:t>
            </a:r>
          </a:p>
        </p:txBody>
      </p:sp>
      <p:sp>
        <p:nvSpPr>
          <p:cNvPr id="16" name="Text Placeholder 2">
            <a:extLst>
              <a:ext uri="{FF2B5EF4-FFF2-40B4-BE49-F238E27FC236}">
                <a16:creationId xmlns:a16="http://schemas.microsoft.com/office/drawing/2014/main" id="{695452D8-9BD2-4446-9B44-EC6A63781A4C}"/>
              </a:ext>
            </a:extLst>
          </p:cNvPr>
          <p:cNvSpPr>
            <a:spLocks noGrp="1"/>
          </p:cNvSpPr>
          <p:nvPr>
            <p:ph type="body" sz="quarter" idx="20"/>
          </p:nvPr>
        </p:nvSpPr>
        <p:spPr>
          <a:xfrm>
            <a:off x="6280254" y="1543050"/>
            <a:ext cx="2281238" cy="198965"/>
          </a:xfrm>
          <a:prstGeom prst="rect">
            <a:avLst/>
          </a:prstGeom>
        </p:spPr>
        <p:txBody>
          <a:bodyPr/>
          <a:lstStyle>
            <a:lvl1pPr>
              <a:defRPr b="0" i="0">
                <a:solidFill>
                  <a:schemeClr val="tx1"/>
                </a:solidFill>
                <a:latin typeface="+mj-lt"/>
              </a:defRPr>
            </a:lvl1pPr>
          </a:lstStyle>
          <a:p>
            <a:pPr lvl="0"/>
            <a:r>
              <a:rPr lang="en-US"/>
              <a:t>Click to edit Master text styles</a:t>
            </a:r>
          </a:p>
        </p:txBody>
      </p:sp>
      <p:sp>
        <p:nvSpPr>
          <p:cNvPr id="17" name="Text Placeholder 2">
            <a:extLst>
              <a:ext uri="{FF2B5EF4-FFF2-40B4-BE49-F238E27FC236}">
                <a16:creationId xmlns:a16="http://schemas.microsoft.com/office/drawing/2014/main" id="{226FD8A8-18D3-7D42-8B10-4994429B5FF8}"/>
              </a:ext>
            </a:extLst>
          </p:cNvPr>
          <p:cNvSpPr>
            <a:spLocks noGrp="1"/>
          </p:cNvSpPr>
          <p:nvPr>
            <p:ph type="body" sz="quarter" idx="21"/>
          </p:nvPr>
        </p:nvSpPr>
        <p:spPr>
          <a:xfrm>
            <a:off x="3435467" y="1828605"/>
            <a:ext cx="2281238" cy="198965"/>
          </a:xfrm>
          <a:prstGeom prst="rect">
            <a:avLst/>
          </a:prstGeom>
        </p:spPr>
        <p:txBody>
          <a:bodyPr/>
          <a:lstStyle/>
          <a:p>
            <a:pPr lvl="0"/>
            <a:r>
              <a:rPr lang="en-US"/>
              <a:t>Click to edit Master text styles</a:t>
            </a:r>
          </a:p>
        </p:txBody>
      </p:sp>
      <p:sp>
        <p:nvSpPr>
          <p:cNvPr id="18" name="Text Placeholder 2">
            <a:extLst>
              <a:ext uri="{FF2B5EF4-FFF2-40B4-BE49-F238E27FC236}">
                <a16:creationId xmlns:a16="http://schemas.microsoft.com/office/drawing/2014/main" id="{7D6B1E7D-B34C-DD47-919D-F8CBE85715BC}"/>
              </a:ext>
            </a:extLst>
          </p:cNvPr>
          <p:cNvSpPr>
            <a:spLocks noGrp="1"/>
          </p:cNvSpPr>
          <p:nvPr>
            <p:ph type="body" sz="quarter" idx="22"/>
          </p:nvPr>
        </p:nvSpPr>
        <p:spPr>
          <a:xfrm>
            <a:off x="3435467" y="1543050"/>
            <a:ext cx="2281238" cy="198965"/>
          </a:xfrm>
          <a:prstGeom prst="rect">
            <a:avLst/>
          </a:prstGeom>
        </p:spPr>
        <p:txBody>
          <a:bodyPr/>
          <a:lstStyle>
            <a:lvl1pPr>
              <a:defRPr b="0" i="0">
                <a:solidFill>
                  <a:schemeClr val="tx1"/>
                </a:solidFill>
                <a:latin typeface="+mj-lt"/>
              </a:defRPr>
            </a:lvl1pPr>
          </a:lstStyle>
          <a:p>
            <a:pPr lvl="0"/>
            <a:r>
              <a:rPr lang="en-US"/>
              <a:t>Click to edit Master text styles</a:t>
            </a:r>
          </a:p>
        </p:txBody>
      </p:sp>
      <p:grpSp>
        <p:nvGrpSpPr>
          <p:cNvPr id="10" name="Group 9">
            <a:extLst>
              <a:ext uri="{FF2B5EF4-FFF2-40B4-BE49-F238E27FC236}">
                <a16:creationId xmlns:a16="http://schemas.microsoft.com/office/drawing/2014/main" id="{8CE5DD0B-8AEF-ED4C-A469-C54FFAB978AD}"/>
              </a:ext>
            </a:extLst>
          </p:cNvPr>
          <p:cNvGrpSpPr/>
          <p:nvPr userDrawn="1"/>
        </p:nvGrpSpPr>
        <p:grpSpPr>
          <a:xfrm>
            <a:off x="3157640" y="1543050"/>
            <a:ext cx="2868190" cy="3086100"/>
            <a:chOff x="2420857" y="1542306"/>
            <a:chExt cx="2868190" cy="2858244"/>
          </a:xfrm>
        </p:grpSpPr>
        <p:cxnSp>
          <p:nvCxnSpPr>
            <p:cNvPr id="11" name="Straight Connector 10">
              <a:extLst>
                <a:ext uri="{FF2B5EF4-FFF2-40B4-BE49-F238E27FC236}">
                  <a16:creationId xmlns:a16="http://schemas.microsoft.com/office/drawing/2014/main" id="{B1A4E979-08C0-514A-AB2B-3D98E7D0C31B}"/>
                </a:ext>
              </a:extLst>
            </p:cNvPr>
            <p:cNvCxnSpPr/>
            <p:nvPr userDrawn="1"/>
          </p:nvCxnSpPr>
          <p:spPr>
            <a:xfrm>
              <a:off x="2420857" y="1542306"/>
              <a:ext cx="0" cy="28582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B01BD20-79BF-2F41-9408-96EE91EE549D}"/>
                </a:ext>
              </a:extLst>
            </p:cNvPr>
            <p:cNvCxnSpPr/>
            <p:nvPr userDrawn="1"/>
          </p:nvCxnSpPr>
          <p:spPr>
            <a:xfrm>
              <a:off x="5289047" y="1542306"/>
              <a:ext cx="0" cy="28582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23" name="Picture 6">
            <a:extLst>
              <a:ext uri="{FF2B5EF4-FFF2-40B4-BE49-F238E27FC236}">
                <a16:creationId xmlns:a16="http://schemas.microsoft.com/office/drawing/2014/main" id="{5C7CBAB0-BEC5-614D-9C32-90CB4A7D587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2891975102"/>
      </p:ext>
    </p:extLst>
  </p:cSld>
  <p:clrMapOvr>
    <a:masterClrMapping/>
  </p:clrMapOvr>
  <p:extLst>
    <p:ext uri="{DCECCB84-F9BA-43D5-87BE-67443E8EF086}">
      <p15:sldGuideLst xmlns:p15="http://schemas.microsoft.com/office/powerpoint/2012/main">
        <p15:guide id="1" orient="horz" pos="114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Lef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8D4F7D4-536B-6F40-9B4B-4C3565A312D7}"/>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5" name="Title 1">
            <a:extLst>
              <a:ext uri="{FF2B5EF4-FFF2-40B4-BE49-F238E27FC236}">
                <a16:creationId xmlns:a16="http://schemas.microsoft.com/office/drawing/2014/main" id="{73805E69-9E4B-6246-9316-CA85ADADE362}"/>
              </a:ext>
            </a:extLst>
          </p:cNvPr>
          <p:cNvSpPr>
            <a:spLocks noGrp="1"/>
          </p:cNvSpPr>
          <p:nvPr>
            <p:ph type="title"/>
          </p:nvPr>
        </p:nvSpPr>
        <p:spPr>
          <a:xfrm>
            <a:off x="587375" y="1611487"/>
            <a:ext cx="4707435"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9" name="Text Placeholder 2">
            <a:extLst>
              <a:ext uri="{FF2B5EF4-FFF2-40B4-BE49-F238E27FC236}">
                <a16:creationId xmlns:a16="http://schemas.microsoft.com/office/drawing/2014/main" id="{14427F84-1BEE-8B47-A87C-695A9DBF5045}"/>
              </a:ext>
            </a:extLst>
          </p:cNvPr>
          <p:cNvSpPr>
            <a:spLocks noGrp="1"/>
          </p:cNvSpPr>
          <p:nvPr>
            <p:ph type="body" sz="quarter" idx="18"/>
          </p:nvPr>
        </p:nvSpPr>
        <p:spPr>
          <a:xfrm>
            <a:off x="587375" y="2183951"/>
            <a:ext cx="3905249" cy="198965"/>
          </a:xfrm>
          <a:prstGeom prst="rect">
            <a:avLst/>
          </a:prstGeom>
        </p:spPr>
        <p:txBody>
          <a:bodyPr/>
          <a:lstStyle/>
          <a:p>
            <a:pPr lvl="0"/>
            <a:r>
              <a:rPr lang="en-US"/>
              <a:t>Click to edit Master text styles</a:t>
            </a:r>
          </a:p>
        </p:txBody>
      </p:sp>
      <p:pic>
        <p:nvPicPr>
          <p:cNvPr id="12" name="Picture 6">
            <a:extLst>
              <a:ext uri="{FF2B5EF4-FFF2-40B4-BE49-F238E27FC236}">
                <a16:creationId xmlns:a16="http://schemas.microsoft.com/office/drawing/2014/main" id="{3605C96B-D05C-1441-9397-D01FB56D961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869306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Righ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3805E69-9E4B-6246-9316-CA85ADADE362}"/>
              </a:ext>
            </a:extLst>
          </p:cNvPr>
          <p:cNvSpPr>
            <a:spLocks noGrp="1"/>
          </p:cNvSpPr>
          <p:nvPr>
            <p:ph type="title"/>
          </p:nvPr>
        </p:nvSpPr>
        <p:spPr>
          <a:xfrm>
            <a:off x="4058195" y="1611487"/>
            <a:ext cx="4771906"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8" name="Text Placeholder 2">
            <a:extLst>
              <a:ext uri="{FF2B5EF4-FFF2-40B4-BE49-F238E27FC236}">
                <a16:creationId xmlns:a16="http://schemas.microsoft.com/office/drawing/2014/main" id="{B21A7C5E-C98A-DE45-B0AB-1ADC5F8592DD}"/>
              </a:ext>
            </a:extLst>
          </p:cNvPr>
          <p:cNvSpPr>
            <a:spLocks noGrp="1"/>
          </p:cNvSpPr>
          <p:nvPr>
            <p:ph type="body" sz="quarter" idx="18"/>
          </p:nvPr>
        </p:nvSpPr>
        <p:spPr>
          <a:xfrm>
            <a:off x="4058195" y="2195381"/>
            <a:ext cx="4501606" cy="264160"/>
          </a:xfrm>
          <a:prstGeom prst="rect">
            <a:avLst/>
          </a:prstGeom>
        </p:spPr>
        <p:txBody>
          <a:bodyPr/>
          <a:lstStyle/>
          <a:p>
            <a:pPr lvl="0"/>
            <a:r>
              <a:rPr lang="en-US"/>
              <a:t>Click to edit Master text styles</a:t>
            </a:r>
          </a:p>
        </p:txBody>
      </p:sp>
      <p:sp>
        <p:nvSpPr>
          <p:cNvPr id="10" name="TextBox 9">
            <a:extLst>
              <a:ext uri="{FF2B5EF4-FFF2-40B4-BE49-F238E27FC236}">
                <a16:creationId xmlns:a16="http://schemas.microsoft.com/office/drawing/2014/main" id="{6E5B2EE1-D46F-E042-B215-A6DCA13BCA17}"/>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12" name="Picture 6">
            <a:extLst>
              <a:ext uri="{FF2B5EF4-FFF2-40B4-BE49-F238E27FC236}">
                <a16:creationId xmlns:a16="http://schemas.microsoft.com/office/drawing/2014/main" id="{C77AD107-D8D0-8042-AB30-6740C3320E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3917932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left middle">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C0D9003-4DF1-9F40-8CE4-B4C8AE8081E4}"/>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5" name="Title 1">
            <a:extLst>
              <a:ext uri="{FF2B5EF4-FFF2-40B4-BE49-F238E27FC236}">
                <a16:creationId xmlns:a16="http://schemas.microsoft.com/office/drawing/2014/main" id="{73805E69-9E4B-6246-9316-CA85ADADE362}"/>
              </a:ext>
            </a:extLst>
          </p:cNvPr>
          <p:cNvSpPr>
            <a:spLocks noGrp="1"/>
          </p:cNvSpPr>
          <p:nvPr>
            <p:ph type="title"/>
          </p:nvPr>
        </p:nvSpPr>
        <p:spPr>
          <a:xfrm>
            <a:off x="587374" y="514350"/>
            <a:ext cx="3905251" cy="4114800"/>
          </a:xfrm>
          <a:prstGeom prst="rect">
            <a:avLst/>
          </a:prstGeom>
        </p:spPr>
        <p:txBody>
          <a:bodyPr vert="horz" wrap="square" lIns="0" tIns="0" rIns="0" bIns="0" rtlCol="0" anchor="ctr" anchorCtr="0">
            <a:noAutofit/>
          </a:bodyPr>
          <a:lstStyle>
            <a:lvl1pPr>
              <a:defRPr lang="en-US" sz="2800" dirty="0"/>
            </a:lvl1pPr>
          </a:lstStyle>
          <a:p>
            <a:pPr lvl="0"/>
            <a:r>
              <a:rPr lang="en-US"/>
              <a:t>Click to edit Master title style</a:t>
            </a:r>
          </a:p>
        </p:txBody>
      </p:sp>
      <p:sp>
        <p:nvSpPr>
          <p:cNvPr id="9" name="Text Placeholder 2">
            <a:extLst>
              <a:ext uri="{FF2B5EF4-FFF2-40B4-BE49-F238E27FC236}">
                <a16:creationId xmlns:a16="http://schemas.microsoft.com/office/drawing/2014/main" id="{88E5A07A-C6E1-6843-9316-5B63BD7DE3AE}"/>
              </a:ext>
            </a:extLst>
          </p:cNvPr>
          <p:cNvSpPr>
            <a:spLocks noGrp="1"/>
          </p:cNvSpPr>
          <p:nvPr>
            <p:ph type="body" sz="quarter" idx="18"/>
          </p:nvPr>
        </p:nvSpPr>
        <p:spPr>
          <a:xfrm>
            <a:off x="5457824" y="514350"/>
            <a:ext cx="3098801" cy="4114799"/>
          </a:xfrm>
          <a:prstGeom prst="rect">
            <a:avLst/>
          </a:prstGeom>
        </p:spPr>
        <p:txBody>
          <a:bodyPr anchor="ctr" anchorCtr="0">
            <a:noAutofit/>
          </a:bodyPr>
          <a:lstStyle/>
          <a:p>
            <a:pPr lvl="0"/>
            <a:r>
              <a:rPr lang="en-US"/>
              <a:t>Click to edit Master text styles</a:t>
            </a:r>
          </a:p>
        </p:txBody>
      </p:sp>
      <p:pic>
        <p:nvPicPr>
          <p:cNvPr id="12" name="Picture 6">
            <a:extLst>
              <a:ext uri="{FF2B5EF4-FFF2-40B4-BE49-F238E27FC236}">
                <a16:creationId xmlns:a16="http://schemas.microsoft.com/office/drawing/2014/main" id="{EB55C27F-2DD2-C94E-94ED-7A2DE3CFF2D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3802319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Title left middle">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C0D9003-4DF1-9F40-8CE4-B4C8AE8081E4}"/>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12" name="Picture 6">
            <a:extLst>
              <a:ext uri="{FF2B5EF4-FFF2-40B4-BE49-F238E27FC236}">
                <a16:creationId xmlns:a16="http://schemas.microsoft.com/office/drawing/2014/main" id="{EB55C27F-2DD2-C94E-94ED-7A2DE3CFF2D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
        <p:nvSpPr>
          <p:cNvPr id="2" name="Title 1">
            <a:extLst>
              <a:ext uri="{FF2B5EF4-FFF2-40B4-BE49-F238E27FC236}">
                <a16:creationId xmlns:a16="http://schemas.microsoft.com/office/drawing/2014/main" id="{574C4B78-6A47-2737-3ADE-137D2DFA3618}"/>
              </a:ext>
            </a:extLst>
          </p:cNvPr>
          <p:cNvSpPr>
            <a:spLocks noGrp="1"/>
          </p:cNvSpPr>
          <p:nvPr>
            <p:ph type="title"/>
          </p:nvPr>
        </p:nvSpPr>
        <p:spPr>
          <a:xfrm>
            <a:off x="4828844" y="514350"/>
            <a:ext cx="3905251" cy="3886201"/>
          </a:xfrm>
          <a:prstGeom prst="rect">
            <a:avLst/>
          </a:prstGeom>
        </p:spPr>
        <p:txBody>
          <a:bodyPr vert="horz" wrap="square" lIns="0" tIns="0" rIns="0" bIns="0" rtlCol="0" anchor="ctr" anchorCtr="0">
            <a:noAutofit/>
          </a:bodyPr>
          <a:lstStyle>
            <a:lvl1pPr>
              <a:defRPr lang="en-US" sz="2800" dirty="0"/>
            </a:lvl1pPr>
          </a:lstStyle>
          <a:p>
            <a:pPr lvl="0"/>
            <a:r>
              <a:rPr lang="en-US"/>
              <a:t>Click to edit Master title style</a:t>
            </a:r>
          </a:p>
        </p:txBody>
      </p:sp>
      <p:sp>
        <p:nvSpPr>
          <p:cNvPr id="3" name="Text Placeholder 2">
            <a:extLst>
              <a:ext uri="{FF2B5EF4-FFF2-40B4-BE49-F238E27FC236}">
                <a16:creationId xmlns:a16="http://schemas.microsoft.com/office/drawing/2014/main" id="{84633104-B501-7797-84AF-089CE87AD9D9}"/>
              </a:ext>
            </a:extLst>
          </p:cNvPr>
          <p:cNvSpPr>
            <a:spLocks noGrp="1"/>
          </p:cNvSpPr>
          <p:nvPr>
            <p:ph type="body" sz="quarter" idx="10"/>
          </p:nvPr>
        </p:nvSpPr>
        <p:spPr>
          <a:xfrm>
            <a:off x="553327" y="514349"/>
            <a:ext cx="3770539" cy="388620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4090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 Image Left">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B8291196-1C29-E647-AC0E-F3CF21A7F81E}"/>
              </a:ext>
            </a:extLst>
          </p:cNvPr>
          <p:cNvSpPr>
            <a:spLocks noGrp="1"/>
          </p:cNvSpPr>
          <p:nvPr>
            <p:ph type="pic" sz="quarter" idx="11" hasCustomPrompt="1"/>
          </p:nvPr>
        </p:nvSpPr>
        <p:spPr>
          <a:xfrm>
            <a:off x="0" y="0"/>
            <a:ext cx="4519562" cy="5147890"/>
          </a:xfrm>
          <a:custGeom>
            <a:avLst/>
            <a:gdLst>
              <a:gd name="connsiteX0" fmla="*/ 0 w 4556125"/>
              <a:gd name="connsiteY0" fmla="*/ 0 h 5151438"/>
              <a:gd name="connsiteX1" fmla="*/ 4556125 w 4556125"/>
              <a:gd name="connsiteY1" fmla="*/ 0 h 5151438"/>
              <a:gd name="connsiteX2" fmla="*/ 4556125 w 4556125"/>
              <a:gd name="connsiteY2" fmla="*/ 5151438 h 5151438"/>
              <a:gd name="connsiteX3" fmla="*/ 0 w 4556125"/>
              <a:gd name="connsiteY3" fmla="*/ 5151438 h 5151438"/>
              <a:gd name="connsiteX4" fmla="*/ 0 w 4556125"/>
              <a:gd name="connsiteY4" fmla="*/ 0 h 5151438"/>
              <a:gd name="connsiteX0" fmla="*/ 0 w 4556125"/>
              <a:gd name="connsiteY0" fmla="*/ 0 h 5151438"/>
              <a:gd name="connsiteX1" fmla="*/ 4556125 w 4556125"/>
              <a:gd name="connsiteY1" fmla="*/ 0 h 5151438"/>
              <a:gd name="connsiteX2" fmla="*/ 2957948 w 4556125"/>
              <a:gd name="connsiteY2" fmla="*/ 5151438 h 5151438"/>
              <a:gd name="connsiteX3" fmla="*/ 0 w 4556125"/>
              <a:gd name="connsiteY3" fmla="*/ 5151438 h 5151438"/>
              <a:gd name="connsiteX4" fmla="*/ 0 w 4556125"/>
              <a:gd name="connsiteY4" fmla="*/ 0 h 5151438"/>
              <a:gd name="connsiteX0" fmla="*/ 0 w 4515665"/>
              <a:gd name="connsiteY0" fmla="*/ 0 h 5151438"/>
              <a:gd name="connsiteX1" fmla="*/ 4515665 w 4515665"/>
              <a:gd name="connsiteY1" fmla="*/ 0 h 5151438"/>
              <a:gd name="connsiteX2" fmla="*/ 2957948 w 4515665"/>
              <a:gd name="connsiteY2" fmla="*/ 5151438 h 5151438"/>
              <a:gd name="connsiteX3" fmla="*/ 0 w 4515665"/>
              <a:gd name="connsiteY3" fmla="*/ 5151438 h 5151438"/>
              <a:gd name="connsiteX4" fmla="*/ 0 w 4515665"/>
              <a:gd name="connsiteY4" fmla="*/ 0 h 5151438"/>
              <a:gd name="connsiteX0" fmla="*/ 0 w 4515665"/>
              <a:gd name="connsiteY0" fmla="*/ 0 h 5164138"/>
              <a:gd name="connsiteX1" fmla="*/ 4515665 w 4515665"/>
              <a:gd name="connsiteY1" fmla="*/ 0 h 5164138"/>
              <a:gd name="connsiteX2" fmla="*/ 3015098 w 4515665"/>
              <a:gd name="connsiteY2" fmla="*/ 5164138 h 5164138"/>
              <a:gd name="connsiteX3" fmla="*/ 0 w 4515665"/>
              <a:gd name="connsiteY3" fmla="*/ 5151438 h 5164138"/>
              <a:gd name="connsiteX4" fmla="*/ 0 w 4515665"/>
              <a:gd name="connsiteY4" fmla="*/ 0 h 5164138"/>
              <a:gd name="connsiteX0" fmla="*/ 0 w 4407715"/>
              <a:gd name="connsiteY0" fmla="*/ 0 h 5164138"/>
              <a:gd name="connsiteX1" fmla="*/ 4407715 w 4407715"/>
              <a:gd name="connsiteY1" fmla="*/ 6350 h 5164138"/>
              <a:gd name="connsiteX2" fmla="*/ 3015098 w 4407715"/>
              <a:gd name="connsiteY2" fmla="*/ 5164138 h 5164138"/>
              <a:gd name="connsiteX3" fmla="*/ 0 w 4407715"/>
              <a:gd name="connsiteY3" fmla="*/ 5151438 h 5164138"/>
              <a:gd name="connsiteX4" fmla="*/ 0 w 4407715"/>
              <a:gd name="connsiteY4" fmla="*/ 0 h 5164138"/>
              <a:gd name="connsiteX0" fmla="*/ 0 w 4534715"/>
              <a:gd name="connsiteY0" fmla="*/ 0 h 5164138"/>
              <a:gd name="connsiteX1" fmla="*/ 4534715 w 4534715"/>
              <a:gd name="connsiteY1" fmla="*/ 12700 h 5164138"/>
              <a:gd name="connsiteX2" fmla="*/ 3015098 w 4534715"/>
              <a:gd name="connsiteY2" fmla="*/ 5164138 h 5164138"/>
              <a:gd name="connsiteX3" fmla="*/ 0 w 4534715"/>
              <a:gd name="connsiteY3" fmla="*/ 5151438 h 5164138"/>
              <a:gd name="connsiteX4" fmla="*/ 0 w 4534715"/>
              <a:gd name="connsiteY4" fmla="*/ 0 h 5164138"/>
              <a:gd name="connsiteX0" fmla="*/ 0 w 4537696"/>
              <a:gd name="connsiteY0" fmla="*/ 2204 h 5166342"/>
              <a:gd name="connsiteX1" fmla="*/ 4537696 w 4537696"/>
              <a:gd name="connsiteY1" fmla="*/ 0 h 5166342"/>
              <a:gd name="connsiteX2" fmla="*/ 3015098 w 4537696"/>
              <a:gd name="connsiteY2" fmla="*/ 5166342 h 5166342"/>
              <a:gd name="connsiteX3" fmla="*/ 0 w 4537696"/>
              <a:gd name="connsiteY3" fmla="*/ 5153642 h 5166342"/>
              <a:gd name="connsiteX4" fmla="*/ 0 w 4537696"/>
              <a:gd name="connsiteY4" fmla="*/ 2204 h 5166342"/>
              <a:gd name="connsiteX0" fmla="*/ 0 w 4537696"/>
              <a:gd name="connsiteY0" fmla="*/ 2204 h 5168546"/>
              <a:gd name="connsiteX1" fmla="*/ 4537696 w 4537696"/>
              <a:gd name="connsiteY1" fmla="*/ 0 h 5168546"/>
              <a:gd name="connsiteX2" fmla="*/ 3015098 w 4537696"/>
              <a:gd name="connsiteY2" fmla="*/ 5166342 h 5168546"/>
              <a:gd name="connsiteX3" fmla="*/ 2980 w 4537696"/>
              <a:gd name="connsiteY3" fmla="*/ 5168546 h 5168546"/>
              <a:gd name="connsiteX4" fmla="*/ 0 w 4537696"/>
              <a:gd name="connsiteY4" fmla="*/ 2204 h 516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7696" h="5168546">
                <a:moveTo>
                  <a:pt x="0" y="2204"/>
                </a:moveTo>
                <a:lnTo>
                  <a:pt x="4537696" y="0"/>
                </a:lnTo>
                <a:lnTo>
                  <a:pt x="3015098" y="5166342"/>
                </a:lnTo>
                <a:lnTo>
                  <a:pt x="2980" y="5168546"/>
                </a:lnTo>
                <a:cubicBezTo>
                  <a:pt x="1987" y="3446432"/>
                  <a:pt x="993" y="1724318"/>
                  <a:pt x="0" y="2204"/>
                </a:cubicBezTo>
                <a:close/>
              </a:path>
            </a:pathLst>
          </a:custGeom>
          <a:gradFill>
            <a:gsLst>
              <a:gs pos="0">
                <a:schemeClr val="bg1"/>
              </a:gs>
              <a:gs pos="100000">
                <a:schemeClr val="bg1">
                  <a:lumMod val="65000"/>
                </a:schemeClr>
              </a:gs>
            </a:gsLst>
            <a:lin ang="8100000" scaled="1"/>
          </a:gradFill>
        </p:spPr>
        <p:txBody>
          <a:bodyPr vert="horz" lIns="0" tIns="0" rIns="0" bIns="0" rtlCol="0" anchor="ctr">
            <a:normAutofit/>
          </a:bodyPr>
          <a:lstStyle>
            <a:lvl1pPr marL="0" indent="0">
              <a:buNone/>
              <a:defRPr lang="en-US" dirty="0">
                <a:noFill/>
              </a:defRPr>
            </a:lvl1pPr>
          </a:lstStyle>
          <a:p>
            <a:pPr marL="115094" lvl="0" indent="-115094" algn="ctr"/>
            <a:r>
              <a:rPr lang="en-US"/>
              <a:t>Picture </a:t>
            </a:r>
          </a:p>
        </p:txBody>
      </p:sp>
      <p:sp>
        <p:nvSpPr>
          <p:cNvPr id="29" name="TextBox 28">
            <a:extLst>
              <a:ext uri="{FF2B5EF4-FFF2-40B4-BE49-F238E27FC236}">
                <a16:creationId xmlns:a16="http://schemas.microsoft.com/office/drawing/2014/main" id="{B3C5CAD0-9993-A448-A80A-680BD6B255E9}"/>
              </a:ext>
            </a:extLst>
          </p:cNvPr>
          <p:cNvSpPr txBox="1">
            <a:spLocks/>
          </p:cNvSpPr>
          <p:nvPr userDrawn="1"/>
        </p:nvSpPr>
        <p:spPr>
          <a:xfrm>
            <a:off x="3832324" y="0"/>
            <a:ext cx="1080083" cy="3489325"/>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r>
              <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rPr>
              <a:t>  </a:t>
            </a:r>
          </a:p>
        </p:txBody>
      </p:sp>
      <p:sp>
        <p:nvSpPr>
          <p:cNvPr id="16" name="Title 1">
            <a:extLst>
              <a:ext uri="{FF2B5EF4-FFF2-40B4-BE49-F238E27FC236}">
                <a16:creationId xmlns:a16="http://schemas.microsoft.com/office/drawing/2014/main" id="{34B98561-AC63-DD4D-AF1D-1A92BF002DA5}"/>
              </a:ext>
            </a:extLst>
          </p:cNvPr>
          <p:cNvSpPr>
            <a:spLocks noGrp="1"/>
          </p:cNvSpPr>
          <p:nvPr>
            <p:ph type="title" hasCustomPrompt="1"/>
          </p:nvPr>
        </p:nvSpPr>
        <p:spPr>
          <a:xfrm>
            <a:off x="4960824" y="2218850"/>
            <a:ext cx="3579813" cy="1071062"/>
          </a:xfrm>
          <a:prstGeom prst="rect">
            <a:avLst/>
          </a:prstGeom>
        </p:spPr>
        <p:txBody>
          <a:bodyPr vert="horz" wrap="square" lIns="0" tIns="0" rIns="0" bIns="182880" rtlCol="0" anchor="t" anchorCtr="0">
            <a:spAutoFit/>
          </a:bodyPr>
          <a:lstStyle>
            <a:lvl1pPr>
              <a:defRPr lang="en-US" sz="3200" dirty="0"/>
            </a:lvl1pPr>
          </a:lstStyle>
          <a:p>
            <a:pPr lvl="0"/>
            <a:r>
              <a:rPr lang="en-US"/>
              <a:t>Click to edit Master title style </a:t>
            </a:r>
          </a:p>
        </p:txBody>
      </p:sp>
      <p:sp>
        <p:nvSpPr>
          <p:cNvPr id="18" name="Text Placeholder 8">
            <a:extLst>
              <a:ext uri="{FF2B5EF4-FFF2-40B4-BE49-F238E27FC236}">
                <a16:creationId xmlns:a16="http://schemas.microsoft.com/office/drawing/2014/main" id="{CB324E85-D620-4F46-A404-E1EA3814CBF1}"/>
              </a:ext>
            </a:extLst>
          </p:cNvPr>
          <p:cNvSpPr>
            <a:spLocks noGrp="1"/>
          </p:cNvSpPr>
          <p:nvPr>
            <p:ph type="body" sz="quarter" idx="15" hasCustomPrompt="1"/>
          </p:nvPr>
        </p:nvSpPr>
        <p:spPr>
          <a:xfrm>
            <a:off x="4978400" y="2031627"/>
            <a:ext cx="3587343" cy="170560"/>
          </a:xfrm>
          <a:prstGeom prst="rect">
            <a:avLst/>
          </a:prstGeom>
        </p:spPr>
        <p:txBody>
          <a:bodyPr wrap="square" lIns="0" tIns="0" rIns="0" bIns="45720">
            <a:spAutoFit/>
          </a:bodyPr>
          <a:lstStyle>
            <a:lvl1pPr marL="0" indent="0">
              <a:lnSpc>
                <a:spcPct val="80000"/>
              </a:lnSpc>
              <a:spcAft>
                <a:spcPts val="600"/>
              </a:spcAft>
              <a:buNone/>
              <a:defRPr lang="en-US" sz="1000" b="0" i="0" kern="1200" cap="none" spc="120" baseline="0" dirty="0">
                <a:solidFill>
                  <a:schemeClr val="tx2"/>
                </a:solidFill>
                <a:latin typeface="Roboto Condensed" panose="02000000000000000000" pitchFamily="2" charset="0"/>
                <a:ea typeface="Roboto Condensed" panose="02000000000000000000" pitchFamily="2" charset="0"/>
                <a:cs typeface="+mn-cs"/>
              </a:defRPr>
            </a:lvl1pPr>
            <a:lvl2pPr marL="234950" indent="0">
              <a:buNone/>
              <a:defRPr/>
            </a:lvl2pPr>
            <a:lvl3pPr marL="411162" indent="0">
              <a:buNone/>
              <a:defRPr/>
            </a:lvl3pPr>
            <a:lvl4pPr marL="568325" indent="0">
              <a:buNone/>
              <a:defRPr/>
            </a:lvl4pPr>
            <a:lvl5pPr marL="742950" indent="0">
              <a:buNone/>
              <a:defRPr/>
            </a:lvl5pPr>
          </a:lstStyle>
          <a:p>
            <a:pPr marL="0" lvl="0" indent="0" algn="l" defTabSz="685800" rtl="0" eaLnBrk="1" latinLnBrk="0" hangingPunct="1">
              <a:lnSpc>
                <a:spcPct val="80000"/>
              </a:lnSpc>
              <a:spcBef>
                <a:spcPts val="0"/>
              </a:spcBef>
              <a:spcAft>
                <a:spcPts val="600"/>
              </a:spcAft>
              <a:buClr>
                <a:schemeClr val="accent2"/>
              </a:buClr>
              <a:buSzPct val="90000"/>
              <a:buFont typeface="Arial" panose="020B0604020202020204" pitchFamily="34" charset="0"/>
              <a:buNone/>
            </a:pPr>
            <a:r>
              <a:rPr lang="en-US"/>
              <a:t>EYEBROW</a:t>
            </a:r>
          </a:p>
        </p:txBody>
      </p:sp>
      <p:sp>
        <p:nvSpPr>
          <p:cNvPr id="8" name="Text Placeholder 2">
            <a:extLst>
              <a:ext uri="{FF2B5EF4-FFF2-40B4-BE49-F238E27FC236}">
                <a16:creationId xmlns:a16="http://schemas.microsoft.com/office/drawing/2014/main" id="{AA49F9C0-178B-8147-A74C-7369D0D1F0F5}"/>
              </a:ext>
            </a:extLst>
          </p:cNvPr>
          <p:cNvSpPr>
            <a:spLocks noGrp="1"/>
          </p:cNvSpPr>
          <p:nvPr>
            <p:ph type="body" sz="quarter" idx="18"/>
          </p:nvPr>
        </p:nvSpPr>
        <p:spPr>
          <a:xfrm>
            <a:off x="4978400" y="3306682"/>
            <a:ext cx="3587342" cy="19896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039563108"/>
      </p:ext>
    </p:extLst>
  </p:cSld>
  <p:clrMapOvr>
    <a:masterClrMapping/>
  </p:clrMapOvr>
  <p:extLst>
    <p:ext uri="{DCECCB84-F9BA-43D5-87BE-67443E8EF086}">
      <p15:sldGuideLst xmlns:p15="http://schemas.microsoft.com/office/powerpoint/2012/main">
        <p15:guide id="1" pos="2880">
          <p15:clr>
            <a:srgbClr val="FBAE40"/>
          </p15:clr>
        </p15:guide>
        <p15:guide id="2" pos="31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Title + Image Righ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1428B8C-1DD1-BA4A-B1C6-9751A66C8562}"/>
              </a:ext>
            </a:extLst>
          </p:cNvPr>
          <p:cNvSpPr txBox="1"/>
          <p:nvPr userDrawn="1"/>
        </p:nvSpPr>
        <p:spPr>
          <a:xfrm>
            <a:off x="8734096" y="4856635"/>
            <a:ext cx="257504" cy="115416"/>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a:ln>
                  <a:noFill/>
                </a:ln>
                <a:solidFill>
                  <a:srgbClr val="FFFFFF">
                    <a:lumMod val="75000"/>
                  </a:srgbClr>
                </a:solidFill>
                <a:effectLst/>
                <a:uLnTx/>
                <a:uFillTx/>
                <a:latin typeface="Lato" panose="020F0502020204030203" pitchFamily="34" charset="0"/>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FFFFFF">
                  <a:lumMod val="75000"/>
                </a:srgbClr>
              </a:solidFill>
              <a:effectLst/>
              <a:uLnTx/>
              <a:uFillTx/>
              <a:latin typeface="Lato" panose="020F0502020204030203" pitchFamily="34" charset="0"/>
              <a:ea typeface="+mn-ea"/>
              <a:cs typeface="+mn-cs"/>
            </a:endParaRPr>
          </a:p>
        </p:txBody>
      </p:sp>
      <p:pic>
        <p:nvPicPr>
          <p:cNvPr id="9" name="Picture 8">
            <a:extLst>
              <a:ext uri="{FF2B5EF4-FFF2-40B4-BE49-F238E27FC236}">
                <a16:creationId xmlns:a16="http://schemas.microsoft.com/office/drawing/2014/main" id="{A85BA34A-4BD4-9640-9C4A-C385106A01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72095" y="4780684"/>
            <a:ext cx="762000" cy="265845"/>
          </a:xfrm>
          <a:prstGeom prst="rect">
            <a:avLst/>
          </a:prstGeom>
        </p:spPr>
      </p:pic>
      <p:sp>
        <p:nvSpPr>
          <p:cNvPr id="29" name="TextBox 28">
            <a:extLst>
              <a:ext uri="{FF2B5EF4-FFF2-40B4-BE49-F238E27FC236}">
                <a16:creationId xmlns:a16="http://schemas.microsoft.com/office/drawing/2014/main" id="{B3C5CAD0-9993-A448-A80A-680BD6B255E9}"/>
              </a:ext>
            </a:extLst>
          </p:cNvPr>
          <p:cNvSpPr txBox="1">
            <a:spLocks/>
          </p:cNvSpPr>
          <p:nvPr userDrawn="1"/>
        </p:nvSpPr>
        <p:spPr>
          <a:xfrm>
            <a:off x="4783478" y="0"/>
            <a:ext cx="1040719" cy="3342471"/>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sp>
        <p:nvSpPr>
          <p:cNvPr id="12" name="Picture Placeholder 9">
            <a:extLst>
              <a:ext uri="{FF2B5EF4-FFF2-40B4-BE49-F238E27FC236}">
                <a16:creationId xmlns:a16="http://schemas.microsoft.com/office/drawing/2014/main" id="{82A62099-EE4E-AF43-92D1-2036095FCB58}"/>
              </a:ext>
            </a:extLst>
          </p:cNvPr>
          <p:cNvSpPr>
            <a:spLocks noGrp="1"/>
          </p:cNvSpPr>
          <p:nvPr>
            <p:ph type="pic" sz="quarter" idx="13" hasCustomPrompt="1"/>
          </p:nvPr>
        </p:nvSpPr>
        <p:spPr>
          <a:xfrm>
            <a:off x="4632542" y="-3175"/>
            <a:ext cx="4511459" cy="5146675"/>
          </a:xfrm>
          <a:custGeom>
            <a:avLst/>
            <a:gdLst>
              <a:gd name="connsiteX0" fmla="*/ 0 w 4495800"/>
              <a:gd name="connsiteY0" fmla="*/ 0 h 5151438"/>
              <a:gd name="connsiteX1" fmla="*/ 4495800 w 4495800"/>
              <a:gd name="connsiteY1" fmla="*/ 0 h 5151438"/>
              <a:gd name="connsiteX2" fmla="*/ 4495800 w 4495800"/>
              <a:gd name="connsiteY2" fmla="*/ 5151438 h 5151438"/>
              <a:gd name="connsiteX3" fmla="*/ 0 w 4495800"/>
              <a:gd name="connsiteY3" fmla="*/ 5151438 h 5151438"/>
              <a:gd name="connsiteX4" fmla="*/ 0 w 4495800"/>
              <a:gd name="connsiteY4" fmla="*/ 0 h 5151438"/>
              <a:gd name="connsiteX0" fmla="*/ 1504950 w 4495800"/>
              <a:gd name="connsiteY0" fmla="*/ 0 h 5157788"/>
              <a:gd name="connsiteX1" fmla="*/ 4495800 w 4495800"/>
              <a:gd name="connsiteY1" fmla="*/ 6350 h 5157788"/>
              <a:gd name="connsiteX2" fmla="*/ 4495800 w 4495800"/>
              <a:gd name="connsiteY2" fmla="*/ 5157788 h 5157788"/>
              <a:gd name="connsiteX3" fmla="*/ 0 w 4495800"/>
              <a:gd name="connsiteY3" fmla="*/ 5157788 h 5157788"/>
              <a:gd name="connsiteX4" fmla="*/ 1504950 w 4495800"/>
              <a:gd name="connsiteY4" fmla="*/ 0 h 5157788"/>
              <a:gd name="connsiteX0" fmla="*/ 1587500 w 4578350"/>
              <a:gd name="connsiteY0" fmla="*/ 0 h 5157788"/>
              <a:gd name="connsiteX1" fmla="*/ 4578350 w 4578350"/>
              <a:gd name="connsiteY1" fmla="*/ 6350 h 5157788"/>
              <a:gd name="connsiteX2" fmla="*/ 4578350 w 4578350"/>
              <a:gd name="connsiteY2" fmla="*/ 5157788 h 5157788"/>
              <a:gd name="connsiteX3" fmla="*/ 0 w 4578350"/>
              <a:gd name="connsiteY3" fmla="*/ 5151438 h 5157788"/>
              <a:gd name="connsiteX4" fmla="*/ 1587500 w 4578350"/>
              <a:gd name="connsiteY4" fmla="*/ 0 h 5157788"/>
              <a:gd name="connsiteX0" fmla="*/ 1530350 w 4521200"/>
              <a:gd name="connsiteY0" fmla="*/ 0 h 5157788"/>
              <a:gd name="connsiteX1" fmla="*/ 4521200 w 4521200"/>
              <a:gd name="connsiteY1" fmla="*/ 6350 h 5157788"/>
              <a:gd name="connsiteX2" fmla="*/ 4521200 w 4521200"/>
              <a:gd name="connsiteY2" fmla="*/ 5157788 h 5157788"/>
              <a:gd name="connsiteX3" fmla="*/ 0 w 4521200"/>
              <a:gd name="connsiteY3" fmla="*/ 5157788 h 5157788"/>
              <a:gd name="connsiteX4" fmla="*/ 1530350 w 4521200"/>
              <a:gd name="connsiteY4" fmla="*/ 0 h 515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1200" h="5157788">
                <a:moveTo>
                  <a:pt x="1530350" y="0"/>
                </a:moveTo>
                <a:lnTo>
                  <a:pt x="4521200" y="6350"/>
                </a:lnTo>
                <a:lnTo>
                  <a:pt x="4521200" y="5157788"/>
                </a:lnTo>
                <a:lnTo>
                  <a:pt x="0" y="5157788"/>
                </a:lnTo>
                <a:lnTo>
                  <a:pt x="1530350" y="0"/>
                </a:lnTo>
                <a:close/>
              </a:path>
            </a:pathLst>
          </a:custGeom>
          <a:gradFill>
            <a:gsLst>
              <a:gs pos="0">
                <a:schemeClr val="bg1"/>
              </a:gs>
              <a:gs pos="100000">
                <a:schemeClr val="bg1">
                  <a:lumMod val="65000"/>
                </a:schemeClr>
              </a:gs>
            </a:gsLst>
            <a:lin ang="8100000" scaled="1"/>
          </a:gradFill>
        </p:spPr>
        <p:txBody>
          <a:bodyPr vert="horz" lIns="0" tIns="0" rIns="0" bIns="0" rtlCol="0" anchor="ctr">
            <a:normAutofit/>
          </a:bodyPr>
          <a:lstStyle>
            <a:lvl1pPr marL="0" indent="0">
              <a:buNone/>
              <a:defRPr lang="en-US" dirty="0">
                <a:noFill/>
              </a:defRPr>
            </a:lvl1pPr>
          </a:lstStyle>
          <a:p>
            <a:pPr marL="115094" lvl="0" indent="-115094" algn="ctr"/>
            <a:r>
              <a:rPr lang="en-US"/>
              <a:t>Picture</a:t>
            </a:r>
          </a:p>
        </p:txBody>
      </p:sp>
      <p:sp>
        <p:nvSpPr>
          <p:cNvPr id="13" name="Title 1">
            <a:extLst>
              <a:ext uri="{FF2B5EF4-FFF2-40B4-BE49-F238E27FC236}">
                <a16:creationId xmlns:a16="http://schemas.microsoft.com/office/drawing/2014/main" id="{C4888F68-50DD-694A-94B6-2CEEB850D4FD}"/>
              </a:ext>
            </a:extLst>
          </p:cNvPr>
          <p:cNvSpPr>
            <a:spLocks noGrp="1"/>
          </p:cNvSpPr>
          <p:nvPr>
            <p:ph type="title"/>
          </p:nvPr>
        </p:nvSpPr>
        <p:spPr>
          <a:xfrm>
            <a:off x="565475" y="2218850"/>
            <a:ext cx="3587343" cy="1071062"/>
          </a:xfrm>
          <a:prstGeom prst="rect">
            <a:avLst/>
          </a:prstGeom>
        </p:spPr>
        <p:txBody>
          <a:bodyPr vert="horz" wrap="square" lIns="0" tIns="0" rIns="0" bIns="182880" rtlCol="0" anchor="t" anchorCtr="0">
            <a:spAutoFit/>
          </a:bodyPr>
          <a:lstStyle>
            <a:lvl1pPr>
              <a:defRPr lang="en-US" sz="3200" dirty="0"/>
            </a:lvl1pPr>
          </a:lstStyle>
          <a:p>
            <a:pPr lvl="0"/>
            <a:r>
              <a:rPr lang="en-US"/>
              <a:t>Click to edit Master title style</a:t>
            </a:r>
          </a:p>
        </p:txBody>
      </p:sp>
      <p:sp>
        <p:nvSpPr>
          <p:cNvPr id="15" name="Text Placeholder 8">
            <a:extLst>
              <a:ext uri="{FF2B5EF4-FFF2-40B4-BE49-F238E27FC236}">
                <a16:creationId xmlns:a16="http://schemas.microsoft.com/office/drawing/2014/main" id="{7FA27A8A-E35B-9645-A87F-2AE91C05ED3A}"/>
              </a:ext>
            </a:extLst>
          </p:cNvPr>
          <p:cNvSpPr>
            <a:spLocks noGrp="1"/>
          </p:cNvSpPr>
          <p:nvPr>
            <p:ph type="body" sz="quarter" idx="15" hasCustomPrompt="1"/>
          </p:nvPr>
        </p:nvSpPr>
        <p:spPr>
          <a:xfrm>
            <a:off x="587375" y="2031627"/>
            <a:ext cx="3587343" cy="170560"/>
          </a:xfrm>
          <a:prstGeom prst="rect">
            <a:avLst/>
          </a:prstGeom>
        </p:spPr>
        <p:txBody>
          <a:bodyPr wrap="square" lIns="0" tIns="0" rIns="0" bIns="45720">
            <a:spAutoFit/>
          </a:bodyPr>
          <a:lstStyle>
            <a:lvl1pPr marL="0" indent="0">
              <a:lnSpc>
                <a:spcPct val="80000"/>
              </a:lnSpc>
              <a:spcAft>
                <a:spcPts val="600"/>
              </a:spcAft>
              <a:buNone/>
              <a:defRPr lang="en-US" sz="1000" b="0" i="0" kern="1200" cap="none" spc="120" baseline="0" dirty="0">
                <a:solidFill>
                  <a:schemeClr val="tx2"/>
                </a:solidFill>
                <a:latin typeface="Roboto Condensed" panose="02000000000000000000" pitchFamily="2" charset="0"/>
                <a:ea typeface="Roboto Condensed" panose="02000000000000000000" pitchFamily="2" charset="0"/>
                <a:cs typeface="+mn-cs"/>
              </a:defRPr>
            </a:lvl1pPr>
            <a:lvl2pPr marL="234950" indent="0">
              <a:buNone/>
              <a:defRPr/>
            </a:lvl2pPr>
            <a:lvl3pPr marL="411162" indent="0">
              <a:buNone/>
              <a:defRPr/>
            </a:lvl3pPr>
            <a:lvl4pPr marL="568325" indent="0">
              <a:buNone/>
              <a:defRPr/>
            </a:lvl4pPr>
            <a:lvl5pPr marL="742950" indent="0">
              <a:buNone/>
              <a:defRPr/>
            </a:lvl5pPr>
          </a:lstStyle>
          <a:p>
            <a:pPr marL="0" lvl="0" indent="0" algn="l" defTabSz="685800" rtl="0" eaLnBrk="1" latinLnBrk="0" hangingPunct="1">
              <a:lnSpc>
                <a:spcPct val="80000"/>
              </a:lnSpc>
              <a:spcBef>
                <a:spcPts val="0"/>
              </a:spcBef>
              <a:spcAft>
                <a:spcPts val="600"/>
              </a:spcAft>
              <a:buClr>
                <a:schemeClr val="accent2"/>
              </a:buClr>
              <a:buSzPct val="90000"/>
              <a:buFont typeface="Arial" panose="020B0604020202020204" pitchFamily="34" charset="0"/>
              <a:buNone/>
            </a:pPr>
            <a:r>
              <a:rPr lang="en-US"/>
              <a:t>EYEBROW</a:t>
            </a:r>
          </a:p>
        </p:txBody>
      </p:sp>
      <p:sp>
        <p:nvSpPr>
          <p:cNvPr id="10" name="Text Placeholder 2">
            <a:extLst>
              <a:ext uri="{FF2B5EF4-FFF2-40B4-BE49-F238E27FC236}">
                <a16:creationId xmlns:a16="http://schemas.microsoft.com/office/drawing/2014/main" id="{0217F5D8-10FE-ED43-9417-BA0F4BC42CCE}"/>
              </a:ext>
            </a:extLst>
          </p:cNvPr>
          <p:cNvSpPr>
            <a:spLocks noGrp="1"/>
          </p:cNvSpPr>
          <p:nvPr>
            <p:ph type="body" sz="quarter" idx="18"/>
          </p:nvPr>
        </p:nvSpPr>
        <p:spPr>
          <a:xfrm>
            <a:off x="587376" y="3306575"/>
            <a:ext cx="3587342" cy="19896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508084339"/>
      </p:ext>
    </p:extLst>
  </p:cSld>
  <p:clrMapOvr>
    <a:masterClrMapping/>
  </p:clrMapOvr>
  <p:extLst>
    <p:ext uri="{DCECCB84-F9BA-43D5-87BE-67443E8EF086}">
      <p15:sldGuideLst xmlns:p15="http://schemas.microsoft.com/office/powerpoint/2012/main">
        <p15:guide id="1" pos="2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 Column + Large Image Lef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735C161-0986-3148-8874-3E36501B4D8B}"/>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5">
            <a:extLst>
              <a:ext uri="{FF2B5EF4-FFF2-40B4-BE49-F238E27FC236}">
                <a16:creationId xmlns:a16="http://schemas.microsoft.com/office/drawing/2014/main" id="{0B1AFC9C-379D-164C-8E3F-31402EACD4A8}"/>
              </a:ext>
            </a:extLst>
          </p:cNvPr>
          <p:cNvSpPr>
            <a:spLocks noGrp="1"/>
          </p:cNvSpPr>
          <p:nvPr>
            <p:ph type="pic" sz="quarter" idx="11" hasCustomPrompt="1"/>
          </p:nvPr>
        </p:nvSpPr>
        <p:spPr>
          <a:xfrm>
            <a:off x="-611" y="-3175"/>
            <a:ext cx="2896211" cy="5143500"/>
          </a:xfrm>
          <a:custGeom>
            <a:avLst/>
            <a:gdLst>
              <a:gd name="connsiteX0" fmla="*/ 0 w 4556125"/>
              <a:gd name="connsiteY0" fmla="*/ 0 h 5151438"/>
              <a:gd name="connsiteX1" fmla="*/ 4556125 w 4556125"/>
              <a:gd name="connsiteY1" fmla="*/ 0 h 5151438"/>
              <a:gd name="connsiteX2" fmla="*/ 4556125 w 4556125"/>
              <a:gd name="connsiteY2" fmla="*/ 5151438 h 5151438"/>
              <a:gd name="connsiteX3" fmla="*/ 0 w 4556125"/>
              <a:gd name="connsiteY3" fmla="*/ 5151438 h 5151438"/>
              <a:gd name="connsiteX4" fmla="*/ 0 w 4556125"/>
              <a:gd name="connsiteY4" fmla="*/ 0 h 5151438"/>
              <a:gd name="connsiteX0" fmla="*/ 0 w 4556125"/>
              <a:gd name="connsiteY0" fmla="*/ 0 h 5151438"/>
              <a:gd name="connsiteX1" fmla="*/ 4556125 w 4556125"/>
              <a:gd name="connsiteY1" fmla="*/ 0 h 5151438"/>
              <a:gd name="connsiteX2" fmla="*/ 2957948 w 4556125"/>
              <a:gd name="connsiteY2" fmla="*/ 5151438 h 5151438"/>
              <a:gd name="connsiteX3" fmla="*/ 0 w 4556125"/>
              <a:gd name="connsiteY3" fmla="*/ 5151438 h 5151438"/>
              <a:gd name="connsiteX4" fmla="*/ 0 w 4556125"/>
              <a:gd name="connsiteY4" fmla="*/ 0 h 5151438"/>
              <a:gd name="connsiteX0" fmla="*/ 0 w 4515665"/>
              <a:gd name="connsiteY0" fmla="*/ 0 h 5151438"/>
              <a:gd name="connsiteX1" fmla="*/ 4515665 w 4515665"/>
              <a:gd name="connsiteY1" fmla="*/ 0 h 5151438"/>
              <a:gd name="connsiteX2" fmla="*/ 2957948 w 4515665"/>
              <a:gd name="connsiteY2" fmla="*/ 5151438 h 5151438"/>
              <a:gd name="connsiteX3" fmla="*/ 0 w 4515665"/>
              <a:gd name="connsiteY3" fmla="*/ 5151438 h 5151438"/>
              <a:gd name="connsiteX4" fmla="*/ 0 w 4515665"/>
              <a:gd name="connsiteY4" fmla="*/ 0 h 5151438"/>
              <a:gd name="connsiteX0" fmla="*/ 0 w 4515665"/>
              <a:gd name="connsiteY0" fmla="*/ 0 h 5164138"/>
              <a:gd name="connsiteX1" fmla="*/ 4515665 w 4515665"/>
              <a:gd name="connsiteY1" fmla="*/ 0 h 5164138"/>
              <a:gd name="connsiteX2" fmla="*/ 3015098 w 4515665"/>
              <a:gd name="connsiteY2" fmla="*/ 5164138 h 5164138"/>
              <a:gd name="connsiteX3" fmla="*/ 0 w 4515665"/>
              <a:gd name="connsiteY3" fmla="*/ 5151438 h 5164138"/>
              <a:gd name="connsiteX4" fmla="*/ 0 w 4515665"/>
              <a:gd name="connsiteY4" fmla="*/ 0 h 5164138"/>
              <a:gd name="connsiteX0" fmla="*/ 0 w 4407715"/>
              <a:gd name="connsiteY0" fmla="*/ 0 h 5164138"/>
              <a:gd name="connsiteX1" fmla="*/ 4407715 w 4407715"/>
              <a:gd name="connsiteY1" fmla="*/ 6350 h 5164138"/>
              <a:gd name="connsiteX2" fmla="*/ 3015098 w 4407715"/>
              <a:gd name="connsiteY2" fmla="*/ 5164138 h 5164138"/>
              <a:gd name="connsiteX3" fmla="*/ 0 w 4407715"/>
              <a:gd name="connsiteY3" fmla="*/ 5151438 h 5164138"/>
              <a:gd name="connsiteX4" fmla="*/ 0 w 4407715"/>
              <a:gd name="connsiteY4" fmla="*/ 0 h 5164138"/>
              <a:gd name="connsiteX0" fmla="*/ 0 w 4534715"/>
              <a:gd name="connsiteY0" fmla="*/ 0 h 5164138"/>
              <a:gd name="connsiteX1" fmla="*/ 4534715 w 4534715"/>
              <a:gd name="connsiteY1" fmla="*/ 12700 h 5164138"/>
              <a:gd name="connsiteX2" fmla="*/ 3015098 w 4534715"/>
              <a:gd name="connsiteY2" fmla="*/ 5164138 h 5164138"/>
              <a:gd name="connsiteX3" fmla="*/ 0 w 4534715"/>
              <a:gd name="connsiteY3" fmla="*/ 5151438 h 5164138"/>
              <a:gd name="connsiteX4" fmla="*/ 0 w 4534715"/>
              <a:gd name="connsiteY4" fmla="*/ 0 h 5164138"/>
              <a:gd name="connsiteX0" fmla="*/ 1403350 w 4534715"/>
              <a:gd name="connsiteY0" fmla="*/ 0 h 5151438"/>
              <a:gd name="connsiteX1" fmla="*/ 4534715 w 4534715"/>
              <a:gd name="connsiteY1" fmla="*/ 0 h 5151438"/>
              <a:gd name="connsiteX2" fmla="*/ 3015098 w 4534715"/>
              <a:gd name="connsiteY2" fmla="*/ 5151438 h 5151438"/>
              <a:gd name="connsiteX3" fmla="*/ 0 w 4534715"/>
              <a:gd name="connsiteY3" fmla="*/ 5138738 h 5151438"/>
              <a:gd name="connsiteX4" fmla="*/ 1403350 w 4534715"/>
              <a:gd name="connsiteY4" fmla="*/ 0 h 5151438"/>
              <a:gd name="connsiteX0" fmla="*/ 0 w 3131365"/>
              <a:gd name="connsiteY0" fmla="*/ 0 h 5151438"/>
              <a:gd name="connsiteX1" fmla="*/ 3131365 w 3131365"/>
              <a:gd name="connsiteY1" fmla="*/ 0 h 5151438"/>
              <a:gd name="connsiteX2" fmla="*/ 1611748 w 3131365"/>
              <a:gd name="connsiteY2" fmla="*/ 5151438 h 5151438"/>
              <a:gd name="connsiteX3" fmla="*/ 12700 w 3131365"/>
              <a:gd name="connsiteY3" fmla="*/ 5145088 h 5151438"/>
              <a:gd name="connsiteX4" fmla="*/ 0 w 3131365"/>
              <a:gd name="connsiteY4" fmla="*/ 0 h 5151438"/>
              <a:gd name="connsiteX0" fmla="*/ 552474 w 3118689"/>
              <a:gd name="connsiteY0" fmla="*/ 0 h 5151438"/>
              <a:gd name="connsiteX1" fmla="*/ 3118689 w 3118689"/>
              <a:gd name="connsiteY1" fmla="*/ 0 h 5151438"/>
              <a:gd name="connsiteX2" fmla="*/ 1599072 w 3118689"/>
              <a:gd name="connsiteY2" fmla="*/ 5151438 h 5151438"/>
              <a:gd name="connsiteX3" fmla="*/ 24 w 3118689"/>
              <a:gd name="connsiteY3" fmla="*/ 5145088 h 5151438"/>
              <a:gd name="connsiteX4" fmla="*/ 552474 w 3118689"/>
              <a:gd name="connsiteY4" fmla="*/ 0 h 5151438"/>
              <a:gd name="connsiteX0" fmla="*/ 228656 w 3118721"/>
              <a:gd name="connsiteY0" fmla="*/ 0 h 5151438"/>
              <a:gd name="connsiteX1" fmla="*/ 3118721 w 3118721"/>
              <a:gd name="connsiteY1" fmla="*/ 0 h 5151438"/>
              <a:gd name="connsiteX2" fmla="*/ 1599104 w 3118721"/>
              <a:gd name="connsiteY2" fmla="*/ 5151438 h 5151438"/>
              <a:gd name="connsiteX3" fmla="*/ 56 w 3118721"/>
              <a:gd name="connsiteY3" fmla="*/ 5145088 h 5151438"/>
              <a:gd name="connsiteX4" fmla="*/ 228656 w 3118721"/>
              <a:gd name="connsiteY4" fmla="*/ 0 h 5151438"/>
              <a:gd name="connsiteX0" fmla="*/ 0 w 2890065"/>
              <a:gd name="connsiteY0" fmla="*/ 0 h 5151438"/>
              <a:gd name="connsiteX1" fmla="*/ 2890065 w 2890065"/>
              <a:gd name="connsiteY1" fmla="*/ 0 h 5151438"/>
              <a:gd name="connsiteX2" fmla="*/ 1370448 w 2890065"/>
              <a:gd name="connsiteY2" fmla="*/ 5151438 h 5151438"/>
              <a:gd name="connsiteX3" fmla="*/ 241300 w 2890065"/>
              <a:gd name="connsiteY3" fmla="*/ 5119688 h 5151438"/>
              <a:gd name="connsiteX4" fmla="*/ 0 w 2890065"/>
              <a:gd name="connsiteY4" fmla="*/ 0 h 5151438"/>
              <a:gd name="connsiteX0" fmla="*/ 1221 w 2891286"/>
              <a:gd name="connsiteY0" fmla="*/ 0 h 5151438"/>
              <a:gd name="connsiteX1" fmla="*/ 2891286 w 2891286"/>
              <a:gd name="connsiteY1" fmla="*/ 0 h 5151438"/>
              <a:gd name="connsiteX2" fmla="*/ 1371669 w 2891286"/>
              <a:gd name="connsiteY2" fmla="*/ 5151438 h 5151438"/>
              <a:gd name="connsiteX3" fmla="*/ 1221 w 2891286"/>
              <a:gd name="connsiteY3" fmla="*/ 5151438 h 5151438"/>
              <a:gd name="connsiteX4" fmla="*/ 1221 w 2891286"/>
              <a:gd name="connsiteY4" fmla="*/ 0 h 5151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1286" h="5151438">
                <a:moveTo>
                  <a:pt x="1221" y="0"/>
                </a:moveTo>
                <a:lnTo>
                  <a:pt x="2891286" y="0"/>
                </a:lnTo>
                <a:lnTo>
                  <a:pt x="1371669" y="5151438"/>
                </a:lnTo>
                <a:lnTo>
                  <a:pt x="1221" y="5151438"/>
                </a:lnTo>
                <a:cubicBezTo>
                  <a:pt x="-3012" y="3436409"/>
                  <a:pt x="5454" y="1715029"/>
                  <a:pt x="1221" y="0"/>
                </a:cubicBezTo>
                <a:close/>
              </a:path>
            </a:pathLst>
          </a:custGeom>
          <a:gradFill>
            <a:gsLst>
              <a:gs pos="0">
                <a:schemeClr val="bg1"/>
              </a:gs>
              <a:gs pos="100000">
                <a:schemeClr val="bg1">
                  <a:lumMod val="65000"/>
                </a:schemeClr>
              </a:gs>
            </a:gsLst>
            <a:lin ang="8100000" scaled="1"/>
          </a:gradFill>
        </p:spPr>
        <p:txBody>
          <a:bodyPr vert="horz" lIns="0" tIns="0" rIns="0" bIns="0" rtlCol="0" anchor="ctr">
            <a:normAutofit/>
          </a:bodyPr>
          <a:lstStyle>
            <a:lvl1pPr marL="0" indent="0">
              <a:buNone/>
              <a:defRPr lang="en-US" dirty="0">
                <a:noFill/>
              </a:defRPr>
            </a:lvl1pPr>
          </a:lstStyle>
          <a:p>
            <a:pPr marL="115094" lvl="0" indent="-115094" algn="ctr"/>
            <a:r>
              <a:rPr lang="en-US"/>
              <a:t>Picture </a:t>
            </a:r>
          </a:p>
        </p:txBody>
      </p:sp>
      <p:sp>
        <p:nvSpPr>
          <p:cNvPr id="8" name="Title 1">
            <a:extLst>
              <a:ext uri="{FF2B5EF4-FFF2-40B4-BE49-F238E27FC236}">
                <a16:creationId xmlns:a16="http://schemas.microsoft.com/office/drawing/2014/main" id="{FE2EDF70-A422-AF4B-88A4-17BFFC259D99}"/>
              </a:ext>
            </a:extLst>
          </p:cNvPr>
          <p:cNvSpPr>
            <a:spLocks noGrp="1"/>
          </p:cNvSpPr>
          <p:nvPr>
            <p:ph type="title"/>
          </p:nvPr>
        </p:nvSpPr>
        <p:spPr>
          <a:xfrm>
            <a:off x="3351212" y="1543050"/>
            <a:ext cx="5208587" cy="572464"/>
          </a:xfrm>
          <a:prstGeom prst="rect">
            <a:avLst/>
          </a:prstGeom>
        </p:spPr>
        <p:txBody>
          <a:bodyPr vert="horz" wrap="square" lIns="0" tIns="0" rIns="0" bIns="182880" rtlCol="0" anchor="t" anchorCtr="0">
            <a:spAutoFit/>
          </a:bodyPr>
          <a:lstStyle>
            <a:lvl1pPr algn="l">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A2E95FD4-BA78-EB4B-B670-1A04636F776A}"/>
              </a:ext>
            </a:extLst>
          </p:cNvPr>
          <p:cNvSpPr>
            <a:spLocks noGrp="1"/>
          </p:cNvSpPr>
          <p:nvPr>
            <p:ph type="body" sz="quarter" idx="18"/>
          </p:nvPr>
        </p:nvSpPr>
        <p:spPr>
          <a:xfrm>
            <a:off x="3351213" y="2127344"/>
            <a:ext cx="5208586" cy="198965"/>
          </a:xfrm>
          <a:prstGeom prst="rect">
            <a:avLst/>
          </a:prstGeom>
        </p:spPr>
        <p:txBody>
          <a:bodyPr/>
          <a:lstStyle/>
          <a:p>
            <a:pPr lvl="0"/>
            <a:r>
              <a:rPr lang="en-US"/>
              <a:t>Click to edit Master text styles</a:t>
            </a:r>
          </a:p>
        </p:txBody>
      </p:sp>
      <p:pic>
        <p:nvPicPr>
          <p:cNvPr id="12" name="Picture 6">
            <a:extLst>
              <a:ext uri="{FF2B5EF4-FFF2-40B4-BE49-F238E27FC236}">
                <a16:creationId xmlns:a16="http://schemas.microsoft.com/office/drawing/2014/main" id="{D583C9D7-E332-1C44-BB8B-FB77D5A331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
        <p:nvSpPr>
          <p:cNvPr id="2" name="TextBox 1">
            <a:extLst>
              <a:ext uri="{FF2B5EF4-FFF2-40B4-BE49-F238E27FC236}">
                <a16:creationId xmlns:a16="http://schemas.microsoft.com/office/drawing/2014/main" id="{5FDD6D66-4B9C-6B9A-9673-E672C5B51DE9}"/>
              </a:ext>
            </a:extLst>
          </p:cNvPr>
          <p:cNvSpPr txBox="1">
            <a:spLocks/>
          </p:cNvSpPr>
          <p:nvPr userDrawn="1"/>
        </p:nvSpPr>
        <p:spPr>
          <a:xfrm>
            <a:off x="1166488" y="2813992"/>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spTree>
    <p:extLst>
      <p:ext uri="{BB962C8B-B14F-4D97-AF65-F5344CB8AC3E}">
        <p14:creationId xmlns:p14="http://schemas.microsoft.com/office/powerpoint/2010/main" val="2633600273"/>
      </p:ext>
    </p:extLst>
  </p:cSld>
  <p:clrMapOvr>
    <a:masterClrMapping/>
  </p:clrMapOvr>
  <p:extLst>
    <p:ext uri="{DCECCB84-F9BA-43D5-87BE-67443E8EF086}">
      <p15:sldGuideLst xmlns:p15="http://schemas.microsoft.com/office/powerpoint/2012/main">
        <p15:guide id="1" pos="210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 Columns + Large Image Left">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BC1EFC4-E818-8F4E-B854-973F8F060B1E}"/>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5">
            <a:extLst>
              <a:ext uri="{FF2B5EF4-FFF2-40B4-BE49-F238E27FC236}">
                <a16:creationId xmlns:a16="http://schemas.microsoft.com/office/drawing/2014/main" id="{0B1AFC9C-379D-164C-8E3F-31402EACD4A8}"/>
              </a:ext>
            </a:extLst>
          </p:cNvPr>
          <p:cNvSpPr>
            <a:spLocks noGrp="1"/>
          </p:cNvSpPr>
          <p:nvPr>
            <p:ph type="pic" sz="quarter" idx="11" hasCustomPrompt="1"/>
          </p:nvPr>
        </p:nvSpPr>
        <p:spPr>
          <a:xfrm>
            <a:off x="-611" y="-3175"/>
            <a:ext cx="2896211" cy="5143500"/>
          </a:xfrm>
          <a:custGeom>
            <a:avLst/>
            <a:gdLst>
              <a:gd name="connsiteX0" fmla="*/ 0 w 4556125"/>
              <a:gd name="connsiteY0" fmla="*/ 0 h 5151438"/>
              <a:gd name="connsiteX1" fmla="*/ 4556125 w 4556125"/>
              <a:gd name="connsiteY1" fmla="*/ 0 h 5151438"/>
              <a:gd name="connsiteX2" fmla="*/ 4556125 w 4556125"/>
              <a:gd name="connsiteY2" fmla="*/ 5151438 h 5151438"/>
              <a:gd name="connsiteX3" fmla="*/ 0 w 4556125"/>
              <a:gd name="connsiteY3" fmla="*/ 5151438 h 5151438"/>
              <a:gd name="connsiteX4" fmla="*/ 0 w 4556125"/>
              <a:gd name="connsiteY4" fmla="*/ 0 h 5151438"/>
              <a:gd name="connsiteX0" fmla="*/ 0 w 4556125"/>
              <a:gd name="connsiteY0" fmla="*/ 0 h 5151438"/>
              <a:gd name="connsiteX1" fmla="*/ 4556125 w 4556125"/>
              <a:gd name="connsiteY1" fmla="*/ 0 h 5151438"/>
              <a:gd name="connsiteX2" fmla="*/ 2957948 w 4556125"/>
              <a:gd name="connsiteY2" fmla="*/ 5151438 h 5151438"/>
              <a:gd name="connsiteX3" fmla="*/ 0 w 4556125"/>
              <a:gd name="connsiteY3" fmla="*/ 5151438 h 5151438"/>
              <a:gd name="connsiteX4" fmla="*/ 0 w 4556125"/>
              <a:gd name="connsiteY4" fmla="*/ 0 h 5151438"/>
              <a:gd name="connsiteX0" fmla="*/ 0 w 4515665"/>
              <a:gd name="connsiteY0" fmla="*/ 0 h 5151438"/>
              <a:gd name="connsiteX1" fmla="*/ 4515665 w 4515665"/>
              <a:gd name="connsiteY1" fmla="*/ 0 h 5151438"/>
              <a:gd name="connsiteX2" fmla="*/ 2957948 w 4515665"/>
              <a:gd name="connsiteY2" fmla="*/ 5151438 h 5151438"/>
              <a:gd name="connsiteX3" fmla="*/ 0 w 4515665"/>
              <a:gd name="connsiteY3" fmla="*/ 5151438 h 5151438"/>
              <a:gd name="connsiteX4" fmla="*/ 0 w 4515665"/>
              <a:gd name="connsiteY4" fmla="*/ 0 h 5151438"/>
              <a:gd name="connsiteX0" fmla="*/ 0 w 4515665"/>
              <a:gd name="connsiteY0" fmla="*/ 0 h 5164138"/>
              <a:gd name="connsiteX1" fmla="*/ 4515665 w 4515665"/>
              <a:gd name="connsiteY1" fmla="*/ 0 h 5164138"/>
              <a:gd name="connsiteX2" fmla="*/ 3015098 w 4515665"/>
              <a:gd name="connsiteY2" fmla="*/ 5164138 h 5164138"/>
              <a:gd name="connsiteX3" fmla="*/ 0 w 4515665"/>
              <a:gd name="connsiteY3" fmla="*/ 5151438 h 5164138"/>
              <a:gd name="connsiteX4" fmla="*/ 0 w 4515665"/>
              <a:gd name="connsiteY4" fmla="*/ 0 h 5164138"/>
              <a:gd name="connsiteX0" fmla="*/ 0 w 4407715"/>
              <a:gd name="connsiteY0" fmla="*/ 0 h 5164138"/>
              <a:gd name="connsiteX1" fmla="*/ 4407715 w 4407715"/>
              <a:gd name="connsiteY1" fmla="*/ 6350 h 5164138"/>
              <a:gd name="connsiteX2" fmla="*/ 3015098 w 4407715"/>
              <a:gd name="connsiteY2" fmla="*/ 5164138 h 5164138"/>
              <a:gd name="connsiteX3" fmla="*/ 0 w 4407715"/>
              <a:gd name="connsiteY3" fmla="*/ 5151438 h 5164138"/>
              <a:gd name="connsiteX4" fmla="*/ 0 w 4407715"/>
              <a:gd name="connsiteY4" fmla="*/ 0 h 5164138"/>
              <a:gd name="connsiteX0" fmla="*/ 0 w 4534715"/>
              <a:gd name="connsiteY0" fmla="*/ 0 h 5164138"/>
              <a:gd name="connsiteX1" fmla="*/ 4534715 w 4534715"/>
              <a:gd name="connsiteY1" fmla="*/ 12700 h 5164138"/>
              <a:gd name="connsiteX2" fmla="*/ 3015098 w 4534715"/>
              <a:gd name="connsiteY2" fmla="*/ 5164138 h 5164138"/>
              <a:gd name="connsiteX3" fmla="*/ 0 w 4534715"/>
              <a:gd name="connsiteY3" fmla="*/ 5151438 h 5164138"/>
              <a:gd name="connsiteX4" fmla="*/ 0 w 4534715"/>
              <a:gd name="connsiteY4" fmla="*/ 0 h 5164138"/>
              <a:gd name="connsiteX0" fmla="*/ 1403350 w 4534715"/>
              <a:gd name="connsiteY0" fmla="*/ 0 h 5151438"/>
              <a:gd name="connsiteX1" fmla="*/ 4534715 w 4534715"/>
              <a:gd name="connsiteY1" fmla="*/ 0 h 5151438"/>
              <a:gd name="connsiteX2" fmla="*/ 3015098 w 4534715"/>
              <a:gd name="connsiteY2" fmla="*/ 5151438 h 5151438"/>
              <a:gd name="connsiteX3" fmla="*/ 0 w 4534715"/>
              <a:gd name="connsiteY3" fmla="*/ 5138738 h 5151438"/>
              <a:gd name="connsiteX4" fmla="*/ 1403350 w 4534715"/>
              <a:gd name="connsiteY4" fmla="*/ 0 h 5151438"/>
              <a:gd name="connsiteX0" fmla="*/ 0 w 3131365"/>
              <a:gd name="connsiteY0" fmla="*/ 0 h 5151438"/>
              <a:gd name="connsiteX1" fmla="*/ 3131365 w 3131365"/>
              <a:gd name="connsiteY1" fmla="*/ 0 h 5151438"/>
              <a:gd name="connsiteX2" fmla="*/ 1611748 w 3131365"/>
              <a:gd name="connsiteY2" fmla="*/ 5151438 h 5151438"/>
              <a:gd name="connsiteX3" fmla="*/ 12700 w 3131365"/>
              <a:gd name="connsiteY3" fmla="*/ 5145088 h 5151438"/>
              <a:gd name="connsiteX4" fmla="*/ 0 w 3131365"/>
              <a:gd name="connsiteY4" fmla="*/ 0 h 5151438"/>
              <a:gd name="connsiteX0" fmla="*/ 552474 w 3118689"/>
              <a:gd name="connsiteY0" fmla="*/ 0 h 5151438"/>
              <a:gd name="connsiteX1" fmla="*/ 3118689 w 3118689"/>
              <a:gd name="connsiteY1" fmla="*/ 0 h 5151438"/>
              <a:gd name="connsiteX2" fmla="*/ 1599072 w 3118689"/>
              <a:gd name="connsiteY2" fmla="*/ 5151438 h 5151438"/>
              <a:gd name="connsiteX3" fmla="*/ 24 w 3118689"/>
              <a:gd name="connsiteY3" fmla="*/ 5145088 h 5151438"/>
              <a:gd name="connsiteX4" fmla="*/ 552474 w 3118689"/>
              <a:gd name="connsiteY4" fmla="*/ 0 h 5151438"/>
              <a:gd name="connsiteX0" fmla="*/ 228656 w 3118721"/>
              <a:gd name="connsiteY0" fmla="*/ 0 h 5151438"/>
              <a:gd name="connsiteX1" fmla="*/ 3118721 w 3118721"/>
              <a:gd name="connsiteY1" fmla="*/ 0 h 5151438"/>
              <a:gd name="connsiteX2" fmla="*/ 1599104 w 3118721"/>
              <a:gd name="connsiteY2" fmla="*/ 5151438 h 5151438"/>
              <a:gd name="connsiteX3" fmla="*/ 56 w 3118721"/>
              <a:gd name="connsiteY3" fmla="*/ 5145088 h 5151438"/>
              <a:gd name="connsiteX4" fmla="*/ 228656 w 3118721"/>
              <a:gd name="connsiteY4" fmla="*/ 0 h 5151438"/>
              <a:gd name="connsiteX0" fmla="*/ 0 w 2890065"/>
              <a:gd name="connsiteY0" fmla="*/ 0 h 5151438"/>
              <a:gd name="connsiteX1" fmla="*/ 2890065 w 2890065"/>
              <a:gd name="connsiteY1" fmla="*/ 0 h 5151438"/>
              <a:gd name="connsiteX2" fmla="*/ 1370448 w 2890065"/>
              <a:gd name="connsiteY2" fmla="*/ 5151438 h 5151438"/>
              <a:gd name="connsiteX3" fmla="*/ 241300 w 2890065"/>
              <a:gd name="connsiteY3" fmla="*/ 5119688 h 5151438"/>
              <a:gd name="connsiteX4" fmla="*/ 0 w 2890065"/>
              <a:gd name="connsiteY4" fmla="*/ 0 h 5151438"/>
              <a:gd name="connsiteX0" fmla="*/ 1221 w 2891286"/>
              <a:gd name="connsiteY0" fmla="*/ 0 h 5151438"/>
              <a:gd name="connsiteX1" fmla="*/ 2891286 w 2891286"/>
              <a:gd name="connsiteY1" fmla="*/ 0 h 5151438"/>
              <a:gd name="connsiteX2" fmla="*/ 1371669 w 2891286"/>
              <a:gd name="connsiteY2" fmla="*/ 5151438 h 5151438"/>
              <a:gd name="connsiteX3" fmla="*/ 1221 w 2891286"/>
              <a:gd name="connsiteY3" fmla="*/ 5151438 h 5151438"/>
              <a:gd name="connsiteX4" fmla="*/ 1221 w 2891286"/>
              <a:gd name="connsiteY4" fmla="*/ 0 h 5151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1286" h="5151438">
                <a:moveTo>
                  <a:pt x="1221" y="0"/>
                </a:moveTo>
                <a:lnTo>
                  <a:pt x="2891286" y="0"/>
                </a:lnTo>
                <a:lnTo>
                  <a:pt x="1371669" y="5151438"/>
                </a:lnTo>
                <a:lnTo>
                  <a:pt x="1221" y="5151438"/>
                </a:lnTo>
                <a:cubicBezTo>
                  <a:pt x="-3012" y="3436409"/>
                  <a:pt x="5454" y="1715029"/>
                  <a:pt x="1221" y="0"/>
                </a:cubicBezTo>
                <a:close/>
              </a:path>
            </a:pathLst>
          </a:custGeom>
          <a:gradFill>
            <a:gsLst>
              <a:gs pos="0">
                <a:schemeClr val="bg1"/>
              </a:gs>
              <a:gs pos="100000">
                <a:schemeClr val="bg1">
                  <a:lumMod val="65000"/>
                </a:schemeClr>
              </a:gs>
            </a:gsLst>
            <a:lin ang="8100000" scaled="1"/>
          </a:gradFill>
        </p:spPr>
        <p:txBody>
          <a:bodyPr vert="horz" lIns="0" tIns="0" rIns="0" bIns="0" rtlCol="0" anchor="ctr">
            <a:normAutofit/>
          </a:bodyPr>
          <a:lstStyle>
            <a:lvl1pPr marL="0" indent="0">
              <a:buNone/>
              <a:defRPr lang="en-US" dirty="0">
                <a:noFill/>
              </a:defRPr>
            </a:lvl1pPr>
          </a:lstStyle>
          <a:p>
            <a:pPr marL="115094" lvl="0" indent="-115094" algn="ctr"/>
            <a:r>
              <a:rPr lang="en-US"/>
              <a:t>Picture </a:t>
            </a:r>
          </a:p>
        </p:txBody>
      </p:sp>
      <p:sp>
        <p:nvSpPr>
          <p:cNvPr id="8" name="Title 1">
            <a:extLst>
              <a:ext uri="{FF2B5EF4-FFF2-40B4-BE49-F238E27FC236}">
                <a16:creationId xmlns:a16="http://schemas.microsoft.com/office/drawing/2014/main" id="{FE2EDF70-A422-AF4B-88A4-17BFFC259D99}"/>
              </a:ext>
            </a:extLst>
          </p:cNvPr>
          <p:cNvSpPr>
            <a:spLocks noGrp="1"/>
          </p:cNvSpPr>
          <p:nvPr>
            <p:ph type="title"/>
          </p:nvPr>
        </p:nvSpPr>
        <p:spPr>
          <a:xfrm>
            <a:off x="3351212" y="1543050"/>
            <a:ext cx="5208587" cy="572464"/>
          </a:xfrm>
          <a:prstGeom prst="rect">
            <a:avLst/>
          </a:prstGeom>
        </p:spPr>
        <p:txBody>
          <a:bodyPr vert="horz" wrap="square" lIns="0" tIns="0" rIns="0" bIns="182880" rtlCol="0" anchor="t" anchorCtr="0">
            <a:spAutoFit/>
          </a:bodyPr>
          <a:lstStyle>
            <a:lvl1pPr algn="l">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A2E95FD4-BA78-EB4B-B670-1A04636F776A}"/>
              </a:ext>
            </a:extLst>
          </p:cNvPr>
          <p:cNvSpPr>
            <a:spLocks noGrp="1"/>
          </p:cNvSpPr>
          <p:nvPr>
            <p:ph type="body" sz="quarter" idx="18"/>
          </p:nvPr>
        </p:nvSpPr>
        <p:spPr>
          <a:xfrm>
            <a:off x="3351213" y="2127344"/>
            <a:ext cx="2438400" cy="198965"/>
          </a:xfrm>
          <a:prstGeom prst="rect">
            <a:avLst/>
          </a:prstGeom>
        </p:spPr>
        <p:txBody>
          <a:bodyPr/>
          <a:lstStyle/>
          <a:p>
            <a:pPr lvl="0"/>
            <a:r>
              <a:rPr lang="en-US"/>
              <a:t>Click to edit Master text styles</a:t>
            </a:r>
          </a:p>
        </p:txBody>
      </p:sp>
      <p:sp>
        <p:nvSpPr>
          <p:cNvPr id="10" name="Text Placeholder 2">
            <a:extLst>
              <a:ext uri="{FF2B5EF4-FFF2-40B4-BE49-F238E27FC236}">
                <a16:creationId xmlns:a16="http://schemas.microsoft.com/office/drawing/2014/main" id="{B3AE2CF0-754D-A644-8BF1-983A02C1E926}"/>
              </a:ext>
            </a:extLst>
          </p:cNvPr>
          <p:cNvSpPr>
            <a:spLocks noGrp="1"/>
          </p:cNvSpPr>
          <p:nvPr>
            <p:ph type="body" sz="quarter" idx="19"/>
          </p:nvPr>
        </p:nvSpPr>
        <p:spPr>
          <a:xfrm>
            <a:off x="6129809" y="2127344"/>
            <a:ext cx="2438400" cy="198965"/>
          </a:xfrm>
          <a:prstGeom prst="rect">
            <a:avLst/>
          </a:prstGeom>
        </p:spPr>
        <p:txBody>
          <a:bodyPr/>
          <a:lstStyle/>
          <a:p>
            <a:pPr lvl="0"/>
            <a:r>
              <a:rPr lang="en-US"/>
              <a:t>Click to edit Master text styles</a:t>
            </a:r>
          </a:p>
        </p:txBody>
      </p:sp>
      <p:pic>
        <p:nvPicPr>
          <p:cNvPr id="15" name="Picture 6">
            <a:extLst>
              <a:ext uri="{FF2B5EF4-FFF2-40B4-BE49-F238E27FC236}">
                <a16:creationId xmlns:a16="http://schemas.microsoft.com/office/drawing/2014/main" id="{3F98DC86-DE6D-3D43-B81F-B6481761355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
        <p:nvSpPr>
          <p:cNvPr id="2" name="TextBox 1">
            <a:extLst>
              <a:ext uri="{FF2B5EF4-FFF2-40B4-BE49-F238E27FC236}">
                <a16:creationId xmlns:a16="http://schemas.microsoft.com/office/drawing/2014/main" id="{489B27A0-F1F8-A8DF-6D32-5C983687602C}"/>
              </a:ext>
            </a:extLst>
          </p:cNvPr>
          <p:cNvSpPr txBox="1">
            <a:spLocks/>
          </p:cNvSpPr>
          <p:nvPr userDrawn="1"/>
        </p:nvSpPr>
        <p:spPr>
          <a:xfrm>
            <a:off x="1166488" y="2813992"/>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spTree>
    <p:extLst>
      <p:ext uri="{BB962C8B-B14F-4D97-AF65-F5344CB8AC3E}">
        <p14:creationId xmlns:p14="http://schemas.microsoft.com/office/powerpoint/2010/main" val="3607196432"/>
      </p:ext>
    </p:extLst>
  </p:cSld>
  <p:clrMapOvr>
    <a:masterClrMapping/>
  </p:clrMapOvr>
  <p:extLst>
    <p:ext uri="{DCECCB84-F9BA-43D5-87BE-67443E8EF086}">
      <p15:sldGuideLst xmlns:p15="http://schemas.microsoft.com/office/powerpoint/2012/main">
        <p15:guide id="1" pos="210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1 Column + Large Image Righ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1428B8C-1DD1-BA4A-B1C6-9751A66C8562}"/>
              </a:ext>
            </a:extLst>
          </p:cNvPr>
          <p:cNvSpPr txBox="1"/>
          <p:nvPr userDrawn="1"/>
        </p:nvSpPr>
        <p:spPr>
          <a:xfrm>
            <a:off x="8734096" y="4856635"/>
            <a:ext cx="257504" cy="115416"/>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a:ln>
                  <a:noFill/>
                </a:ln>
                <a:solidFill>
                  <a:srgbClr val="FFFFFF">
                    <a:lumMod val="75000"/>
                  </a:srgbClr>
                </a:solidFill>
                <a:effectLst/>
                <a:uLnTx/>
                <a:uFillTx/>
                <a:latin typeface="Lato" panose="020F0502020204030203" pitchFamily="34" charset="0"/>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FFFFFF">
                  <a:lumMod val="75000"/>
                </a:srgbClr>
              </a:solidFill>
              <a:effectLst/>
              <a:uLnTx/>
              <a:uFillTx/>
              <a:latin typeface="Lato" panose="020F0502020204030203" pitchFamily="34" charset="0"/>
              <a:ea typeface="+mn-ea"/>
              <a:cs typeface="+mn-cs"/>
            </a:endParaRPr>
          </a:p>
        </p:txBody>
      </p:sp>
      <p:pic>
        <p:nvPicPr>
          <p:cNvPr id="9" name="Picture 8">
            <a:extLst>
              <a:ext uri="{FF2B5EF4-FFF2-40B4-BE49-F238E27FC236}">
                <a16:creationId xmlns:a16="http://schemas.microsoft.com/office/drawing/2014/main" id="{A85BA34A-4BD4-9640-9C4A-C385106A01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72095" y="4780684"/>
            <a:ext cx="762000" cy="265845"/>
          </a:xfrm>
          <a:prstGeom prst="rect">
            <a:avLst/>
          </a:prstGeom>
        </p:spPr>
      </p:pic>
      <p:sp>
        <p:nvSpPr>
          <p:cNvPr id="11" name="Picture Placeholder 9">
            <a:extLst>
              <a:ext uri="{FF2B5EF4-FFF2-40B4-BE49-F238E27FC236}">
                <a16:creationId xmlns:a16="http://schemas.microsoft.com/office/drawing/2014/main" id="{3C554B20-5F85-D649-BC7E-C268C4F2B4E6}"/>
              </a:ext>
            </a:extLst>
          </p:cNvPr>
          <p:cNvSpPr>
            <a:spLocks noGrp="1"/>
          </p:cNvSpPr>
          <p:nvPr>
            <p:ph type="pic" sz="quarter" idx="13" hasCustomPrompt="1"/>
          </p:nvPr>
        </p:nvSpPr>
        <p:spPr>
          <a:xfrm>
            <a:off x="6249866" y="-3175"/>
            <a:ext cx="2899567" cy="5146132"/>
          </a:xfrm>
          <a:custGeom>
            <a:avLst/>
            <a:gdLst>
              <a:gd name="connsiteX0" fmla="*/ 0 w 4495800"/>
              <a:gd name="connsiteY0" fmla="*/ 0 h 5151438"/>
              <a:gd name="connsiteX1" fmla="*/ 4495800 w 4495800"/>
              <a:gd name="connsiteY1" fmla="*/ 0 h 5151438"/>
              <a:gd name="connsiteX2" fmla="*/ 4495800 w 4495800"/>
              <a:gd name="connsiteY2" fmla="*/ 5151438 h 5151438"/>
              <a:gd name="connsiteX3" fmla="*/ 0 w 4495800"/>
              <a:gd name="connsiteY3" fmla="*/ 5151438 h 5151438"/>
              <a:gd name="connsiteX4" fmla="*/ 0 w 4495800"/>
              <a:gd name="connsiteY4" fmla="*/ 0 h 5151438"/>
              <a:gd name="connsiteX0" fmla="*/ 1504950 w 4495800"/>
              <a:gd name="connsiteY0" fmla="*/ 0 h 5157788"/>
              <a:gd name="connsiteX1" fmla="*/ 4495800 w 4495800"/>
              <a:gd name="connsiteY1" fmla="*/ 6350 h 5157788"/>
              <a:gd name="connsiteX2" fmla="*/ 4495800 w 4495800"/>
              <a:gd name="connsiteY2" fmla="*/ 5157788 h 5157788"/>
              <a:gd name="connsiteX3" fmla="*/ 0 w 4495800"/>
              <a:gd name="connsiteY3" fmla="*/ 5157788 h 5157788"/>
              <a:gd name="connsiteX4" fmla="*/ 1504950 w 4495800"/>
              <a:gd name="connsiteY4" fmla="*/ 0 h 5157788"/>
              <a:gd name="connsiteX0" fmla="*/ 1587500 w 4578350"/>
              <a:gd name="connsiteY0" fmla="*/ 0 h 5157788"/>
              <a:gd name="connsiteX1" fmla="*/ 4578350 w 4578350"/>
              <a:gd name="connsiteY1" fmla="*/ 6350 h 5157788"/>
              <a:gd name="connsiteX2" fmla="*/ 4578350 w 4578350"/>
              <a:gd name="connsiteY2" fmla="*/ 5157788 h 5157788"/>
              <a:gd name="connsiteX3" fmla="*/ 0 w 4578350"/>
              <a:gd name="connsiteY3" fmla="*/ 5151438 h 5157788"/>
              <a:gd name="connsiteX4" fmla="*/ 1587500 w 4578350"/>
              <a:gd name="connsiteY4" fmla="*/ 0 h 5157788"/>
              <a:gd name="connsiteX0" fmla="*/ 1530350 w 4521200"/>
              <a:gd name="connsiteY0" fmla="*/ 0 h 5157788"/>
              <a:gd name="connsiteX1" fmla="*/ 4521200 w 4521200"/>
              <a:gd name="connsiteY1" fmla="*/ 6350 h 5157788"/>
              <a:gd name="connsiteX2" fmla="*/ 4521200 w 4521200"/>
              <a:gd name="connsiteY2" fmla="*/ 5157788 h 5157788"/>
              <a:gd name="connsiteX3" fmla="*/ 0 w 4521200"/>
              <a:gd name="connsiteY3" fmla="*/ 5157788 h 5157788"/>
              <a:gd name="connsiteX4" fmla="*/ 1530350 w 4521200"/>
              <a:gd name="connsiteY4" fmla="*/ 0 h 5157788"/>
              <a:gd name="connsiteX0" fmla="*/ 1530350 w 4521200"/>
              <a:gd name="connsiteY0" fmla="*/ 0 h 5157788"/>
              <a:gd name="connsiteX1" fmla="*/ 2470150 w 4521200"/>
              <a:gd name="connsiteY1" fmla="*/ 6350 h 5157788"/>
              <a:gd name="connsiteX2" fmla="*/ 4521200 w 4521200"/>
              <a:gd name="connsiteY2" fmla="*/ 5157788 h 5157788"/>
              <a:gd name="connsiteX3" fmla="*/ 0 w 4521200"/>
              <a:gd name="connsiteY3" fmla="*/ 5157788 h 5157788"/>
              <a:gd name="connsiteX4" fmla="*/ 1530350 w 4521200"/>
              <a:gd name="connsiteY4" fmla="*/ 0 h 5157788"/>
              <a:gd name="connsiteX0" fmla="*/ 1530350 w 4521200"/>
              <a:gd name="connsiteY0" fmla="*/ 0 h 5157788"/>
              <a:gd name="connsiteX1" fmla="*/ 2882900 w 4521200"/>
              <a:gd name="connsiteY1" fmla="*/ 0 h 5157788"/>
              <a:gd name="connsiteX2" fmla="*/ 4521200 w 4521200"/>
              <a:gd name="connsiteY2" fmla="*/ 5157788 h 5157788"/>
              <a:gd name="connsiteX3" fmla="*/ 0 w 4521200"/>
              <a:gd name="connsiteY3" fmla="*/ 5157788 h 5157788"/>
              <a:gd name="connsiteX4" fmla="*/ 1530350 w 4521200"/>
              <a:gd name="connsiteY4" fmla="*/ 0 h 5157788"/>
              <a:gd name="connsiteX0" fmla="*/ 1530350 w 2882900"/>
              <a:gd name="connsiteY0" fmla="*/ 0 h 5157788"/>
              <a:gd name="connsiteX1" fmla="*/ 2882900 w 2882900"/>
              <a:gd name="connsiteY1" fmla="*/ 0 h 5157788"/>
              <a:gd name="connsiteX2" fmla="*/ 2527300 w 2882900"/>
              <a:gd name="connsiteY2" fmla="*/ 5119688 h 5157788"/>
              <a:gd name="connsiteX3" fmla="*/ 0 w 2882900"/>
              <a:gd name="connsiteY3" fmla="*/ 5157788 h 5157788"/>
              <a:gd name="connsiteX4" fmla="*/ 1530350 w 2882900"/>
              <a:gd name="connsiteY4" fmla="*/ 0 h 5157788"/>
              <a:gd name="connsiteX0" fmla="*/ 1530350 w 2901950"/>
              <a:gd name="connsiteY0" fmla="*/ 0 h 5157788"/>
              <a:gd name="connsiteX1" fmla="*/ 2882900 w 2901950"/>
              <a:gd name="connsiteY1" fmla="*/ 0 h 5157788"/>
              <a:gd name="connsiteX2" fmla="*/ 2901950 w 2901950"/>
              <a:gd name="connsiteY2" fmla="*/ 5151438 h 5157788"/>
              <a:gd name="connsiteX3" fmla="*/ 0 w 2901950"/>
              <a:gd name="connsiteY3" fmla="*/ 5157788 h 5157788"/>
              <a:gd name="connsiteX4" fmla="*/ 1530350 w 2901950"/>
              <a:gd name="connsiteY4" fmla="*/ 0 h 5157788"/>
              <a:gd name="connsiteX0" fmla="*/ 1530350 w 2910408"/>
              <a:gd name="connsiteY0" fmla="*/ 0 h 5157788"/>
              <a:gd name="connsiteX1" fmla="*/ 2910408 w 2910408"/>
              <a:gd name="connsiteY1" fmla="*/ 18339 h 5157788"/>
              <a:gd name="connsiteX2" fmla="*/ 2901950 w 2910408"/>
              <a:gd name="connsiteY2" fmla="*/ 5151438 h 5157788"/>
              <a:gd name="connsiteX3" fmla="*/ 0 w 2910408"/>
              <a:gd name="connsiteY3" fmla="*/ 5157788 h 5157788"/>
              <a:gd name="connsiteX4" fmla="*/ 1530350 w 2910408"/>
              <a:gd name="connsiteY4" fmla="*/ 0 h 5157788"/>
              <a:gd name="connsiteX0" fmla="*/ 1530350 w 2902174"/>
              <a:gd name="connsiteY0" fmla="*/ 0 h 5157788"/>
              <a:gd name="connsiteX1" fmla="*/ 2882900 w 2902174"/>
              <a:gd name="connsiteY1" fmla="*/ 27508 h 5157788"/>
              <a:gd name="connsiteX2" fmla="*/ 2901950 w 2902174"/>
              <a:gd name="connsiteY2" fmla="*/ 5151438 h 5157788"/>
              <a:gd name="connsiteX3" fmla="*/ 0 w 2902174"/>
              <a:gd name="connsiteY3" fmla="*/ 5157788 h 5157788"/>
              <a:gd name="connsiteX4" fmla="*/ 1530350 w 2902174"/>
              <a:gd name="connsiteY4" fmla="*/ 0 h 5157788"/>
              <a:gd name="connsiteX0" fmla="*/ 1530350 w 2903127"/>
              <a:gd name="connsiteY0" fmla="*/ 0 h 5157788"/>
              <a:gd name="connsiteX1" fmla="*/ 2903127 w 2903127"/>
              <a:gd name="connsiteY1" fmla="*/ 2787 h 5157788"/>
              <a:gd name="connsiteX2" fmla="*/ 2901950 w 2903127"/>
              <a:gd name="connsiteY2" fmla="*/ 5151438 h 5157788"/>
              <a:gd name="connsiteX3" fmla="*/ 0 w 2903127"/>
              <a:gd name="connsiteY3" fmla="*/ 5157788 h 5157788"/>
              <a:gd name="connsiteX4" fmla="*/ 1530350 w 2903127"/>
              <a:gd name="connsiteY4" fmla="*/ 0 h 5157788"/>
              <a:gd name="connsiteX0" fmla="*/ 1530350 w 2907621"/>
              <a:gd name="connsiteY0" fmla="*/ 0 h 5157788"/>
              <a:gd name="connsiteX1" fmla="*/ 2907621 w 2907621"/>
              <a:gd name="connsiteY1" fmla="*/ 2787 h 5157788"/>
              <a:gd name="connsiteX2" fmla="*/ 2901950 w 2907621"/>
              <a:gd name="connsiteY2" fmla="*/ 5151438 h 5157788"/>
              <a:gd name="connsiteX3" fmla="*/ 0 w 2907621"/>
              <a:gd name="connsiteY3" fmla="*/ 5157788 h 5157788"/>
              <a:gd name="connsiteX4" fmla="*/ 1530350 w 2907621"/>
              <a:gd name="connsiteY4" fmla="*/ 0 h 5157788"/>
              <a:gd name="connsiteX0" fmla="*/ 1530350 w 2907621"/>
              <a:gd name="connsiteY0" fmla="*/ 0 h 5160427"/>
              <a:gd name="connsiteX1" fmla="*/ 2907621 w 2907621"/>
              <a:gd name="connsiteY1" fmla="*/ 2787 h 5160427"/>
              <a:gd name="connsiteX2" fmla="*/ 2901950 w 2907621"/>
              <a:gd name="connsiteY2" fmla="*/ 5160427 h 5160427"/>
              <a:gd name="connsiteX3" fmla="*/ 0 w 2907621"/>
              <a:gd name="connsiteY3" fmla="*/ 5157788 h 5160427"/>
              <a:gd name="connsiteX4" fmla="*/ 1530350 w 2907621"/>
              <a:gd name="connsiteY4" fmla="*/ 0 h 5160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7621" h="5160427">
                <a:moveTo>
                  <a:pt x="1530350" y="0"/>
                </a:moveTo>
                <a:lnTo>
                  <a:pt x="2907621" y="2787"/>
                </a:lnTo>
                <a:cubicBezTo>
                  <a:pt x="2904802" y="1713820"/>
                  <a:pt x="2904769" y="3449394"/>
                  <a:pt x="2901950" y="5160427"/>
                </a:cubicBezTo>
                <a:lnTo>
                  <a:pt x="0" y="5157788"/>
                </a:lnTo>
                <a:lnTo>
                  <a:pt x="1530350" y="0"/>
                </a:lnTo>
                <a:close/>
              </a:path>
            </a:pathLst>
          </a:custGeom>
          <a:gradFill>
            <a:gsLst>
              <a:gs pos="0">
                <a:schemeClr val="bg1"/>
              </a:gs>
              <a:gs pos="100000">
                <a:schemeClr val="bg1">
                  <a:lumMod val="65000"/>
                </a:schemeClr>
              </a:gs>
            </a:gsLst>
            <a:lin ang="8100000" scaled="1"/>
          </a:gradFill>
        </p:spPr>
        <p:txBody>
          <a:bodyPr vert="horz" lIns="0" tIns="0" rIns="0" bIns="0" rtlCol="0" anchor="ctr">
            <a:normAutofit/>
          </a:bodyPr>
          <a:lstStyle>
            <a:lvl1pPr marL="0" indent="0">
              <a:buNone/>
              <a:defRPr lang="en-US" dirty="0">
                <a:noFill/>
              </a:defRPr>
            </a:lvl1pPr>
          </a:lstStyle>
          <a:p>
            <a:pPr marL="115094" lvl="0" indent="-115094" algn="ctr"/>
            <a:r>
              <a:rPr lang="en-US"/>
              <a:t>Picture</a:t>
            </a:r>
          </a:p>
        </p:txBody>
      </p:sp>
      <p:sp>
        <p:nvSpPr>
          <p:cNvPr id="13" name="Title 1">
            <a:extLst>
              <a:ext uri="{FF2B5EF4-FFF2-40B4-BE49-F238E27FC236}">
                <a16:creationId xmlns:a16="http://schemas.microsoft.com/office/drawing/2014/main" id="{A2C17414-58BA-2A4C-B4F7-2EF59599F52F}"/>
              </a:ext>
            </a:extLst>
          </p:cNvPr>
          <p:cNvSpPr>
            <a:spLocks noGrp="1"/>
          </p:cNvSpPr>
          <p:nvPr>
            <p:ph type="title"/>
          </p:nvPr>
        </p:nvSpPr>
        <p:spPr>
          <a:xfrm>
            <a:off x="587375" y="1550737"/>
            <a:ext cx="5203826"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15" name="Text Placeholder 2">
            <a:extLst>
              <a:ext uri="{FF2B5EF4-FFF2-40B4-BE49-F238E27FC236}">
                <a16:creationId xmlns:a16="http://schemas.microsoft.com/office/drawing/2014/main" id="{B996BC38-D185-C649-BB27-576E285A9287}"/>
              </a:ext>
            </a:extLst>
          </p:cNvPr>
          <p:cNvSpPr>
            <a:spLocks noGrp="1"/>
          </p:cNvSpPr>
          <p:nvPr>
            <p:ph type="body" sz="quarter" idx="18"/>
          </p:nvPr>
        </p:nvSpPr>
        <p:spPr>
          <a:xfrm>
            <a:off x="587374" y="2130543"/>
            <a:ext cx="5203825" cy="198965"/>
          </a:xfrm>
          <a:prstGeom prst="rect">
            <a:avLst/>
          </a:prstGeom>
        </p:spPr>
        <p:txBody>
          <a:bodyPr/>
          <a:lstStyle/>
          <a:p>
            <a:pPr lvl="0"/>
            <a:r>
              <a:rPr lang="en-US"/>
              <a:t>Click to edit Master text styles</a:t>
            </a:r>
          </a:p>
        </p:txBody>
      </p:sp>
      <p:sp>
        <p:nvSpPr>
          <p:cNvPr id="2" name="TextBox 1">
            <a:extLst>
              <a:ext uri="{FF2B5EF4-FFF2-40B4-BE49-F238E27FC236}">
                <a16:creationId xmlns:a16="http://schemas.microsoft.com/office/drawing/2014/main" id="{02678C92-D0B6-A39B-5AE2-5084A95AD9E8}"/>
              </a:ext>
            </a:extLst>
          </p:cNvPr>
          <p:cNvSpPr txBox="1">
            <a:spLocks/>
          </p:cNvSpPr>
          <p:nvPr userDrawn="1"/>
        </p:nvSpPr>
        <p:spPr>
          <a:xfrm>
            <a:off x="6690187" y="-1841148"/>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spTree>
    <p:extLst>
      <p:ext uri="{BB962C8B-B14F-4D97-AF65-F5344CB8AC3E}">
        <p14:creationId xmlns:p14="http://schemas.microsoft.com/office/powerpoint/2010/main" val="2687431208"/>
      </p:ext>
    </p:extLst>
  </p:cSld>
  <p:clrMapOvr>
    <a:masterClrMapping/>
  </p:clrMapOvr>
  <p:extLst>
    <p:ext uri="{DCECCB84-F9BA-43D5-87BE-67443E8EF086}">
      <p15:sldGuideLst xmlns:p15="http://schemas.microsoft.com/office/powerpoint/2012/main">
        <p15:guide id="1" pos="36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2 Column + Large Image Righ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1428B8C-1DD1-BA4A-B1C6-9751A66C8562}"/>
              </a:ext>
            </a:extLst>
          </p:cNvPr>
          <p:cNvSpPr txBox="1"/>
          <p:nvPr userDrawn="1"/>
        </p:nvSpPr>
        <p:spPr>
          <a:xfrm>
            <a:off x="8734096" y="4856635"/>
            <a:ext cx="257504" cy="115416"/>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a:ln>
                  <a:noFill/>
                </a:ln>
                <a:solidFill>
                  <a:srgbClr val="FFFFFF">
                    <a:lumMod val="75000"/>
                  </a:srgbClr>
                </a:solidFill>
                <a:effectLst/>
                <a:uLnTx/>
                <a:uFillTx/>
                <a:latin typeface="Lato" panose="020F0502020204030203" pitchFamily="34" charset="0"/>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FFFFFF">
                  <a:lumMod val="75000"/>
                </a:srgbClr>
              </a:solidFill>
              <a:effectLst/>
              <a:uLnTx/>
              <a:uFillTx/>
              <a:latin typeface="Lato" panose="020F0502020204030203" pitchFamily="34" charset="0"/>
              <a:ea typeface="+mn-ea"/>
              <a:cs typeface="+mn-cs"/>
            </a:endParaRPr>
          </a:p>
        </p:txBody>
      </p:sp>
      <p:pic>
        <p:nvPicPr>
          <p:cNvPr id="9" name="Picture 8">
            <a:extLst>
              <a:ext uri="{FF2B5EF4-FFF2-40B4-BE49-F238E27FC236}">
                <a16:creationId xmlns:a16="http://schemas.microsoft.com/office/drawing/2014/main" id="{A85BA34A-4BD4-9640-9C4A-C385106A01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72095" y="4780684"/>
            <a:ext cx="762000" cy="265845"/>
          </a:xfrm>
          <a:prstGeom prst="rect">
            <a:avLst/>
          </a:prstGeom>
        </p:spPr>
      </p:pic>
      <p:sp>
        <p:nvSpPr>
          <p:cNvPr id="11" name="Picture Placeholder 9">
            <a:extLst>
              <a:ext uri="{FF2B5EF4-FFF2-40B4-BE49-F238E27FC236}">
                <a16:creationId xmlns:a16="http://schemas.microsoft.com/office/drawing/2014/main" id="{3C554B20-5F85-D649-BC7E-C268C4F2B4E6}"/>
              </a:ext>
            </a:extLst>
          </p:cNvPr>
          <p:cNvSpPr>
            <a:spLocks noGrp="1"/>
          </p:cNvSpPr>
          <p:nvPr>
            <p:ph type="pic" sz="quarter" idx="13" hasCustomPrompt="1"/>
          </p:nvPr>
        </p:nvSpPr>
        <p:spPr>
          <a:xfrm>
            <a:off x="6249866" y="-3175"/>
            <a:ext cx="2899567" cy="5146132"/>
          </a:xfrm>
          <a:custGeom>
            <a:avLst/>
            <a:gdLst>
              <a:gd name="connsiteX0" fmla="*/ 0 w 4495800"/>
              <a:gd name="connsiteY0" fmla="*/ 0 h 5151438"/>
              <a:gd name="connsiteX1" fmla="*/ 4495800 w 4495800"/>
              <a:gd name="connsiteY1" fmla="*/ 0 h 5151438"/>
              <a:gd name="connsiteX2" fmla="*/ 4495800 w 4495800"/>
              <a:gd name="connsiteY2" fmla="*/ 5151438 h 5151438"/>
              <a:gd name="connsiteX3" fmla="*/ 0 w 4495800"/>
              <a:gd name="connsiteY3" fmla="*/ 5151438 h 5151438"/>
              <a:gd name="connsiteX4" fmla="*/ 0 w 4495800"/>
              <a:gd name="connsiteY4" fmla="*/ 0 h 5151438"/>
              <a:gd name="connsiteX0" fmla="*/ 1504950 w 4495800"/>
              <a:gd name="connsiteY0" fmla="*/ 0 h 5157788"/>
              <a:gd name="connsiteX1" fmla="*/ 4495800 w 4495800"/>
              <a:gd name="connsiteY1" fmla="*/ 6350 h 5157788"/>
              <a:gd name="connsiteX2" fmla="*/ 4495800 w 4495800"/>
              <a:gd name="connsiteY2" fmla="*/ 5157788 h 5157788"/>
              <a:gd name="connsiteX3" fmla="*/ 0 w 4495800"/>
              <a:gd name="connsiteY3" fmla="*/ 5157788 h 5157788"/>
              <a:gd name="connsiteX4" fmla="*/ 1504950 w 4495800"/>
              <a:gd name="connsiteY4" fmla="*/ 0 h 5157788"/>
              <a:gd name="connsiteX0" fmla="*/ 1587500 w 4578350"/>
              <a:gd name="connsiteY0" fmla="*/ 0 h 5157788"/>
              <a:gd name="connsiteX1" fmla="*/ 4578350 w 4578350"/>
              <a:gd name="connsiteY1" fmla="*/ 6350 h 5157788"/>
              <a:gd name="connsiteX2" fmla="*/ 4578350 w 4578350"/>
              <a:gd name="connsiteY2" fmla="*/ 5157788 h 5157788"/>
              <a:gd name="connsiteX3" fmla="*/ 0 w 4578350"/>
              <a:gd name="connsiteY3" fmla="*/ 5151438 h 5157788"/>
              <a:gd name="connsiteX4" fmla="*/ 1587500 w 4578350"/>
              <a:gd name="connsiteY4" fmla="*/ 0 h 5157788"/>
              <a:gd name="connsiteX0" fmla="*/ 1530350 w 4521200"/>
              <a:gd name="connsiteY0" fmla="*/ 0 h 5157788"/>
              <a:gd name="connsiteX1" fmla="*/ 4521200 w 4521200"/>
              <a:gd name="connsiteY1" fmla="*/ 6350 h 5157788"/>
              <a:gd name="connsiteX2" fmla="*/ 4521200 w 4521200"/>
              <a:gd name="connsiteY2" fmla="*/ 5157788 h 5157788"/>
              <a:gd name="connsiteX3" fmla="*/ 0 w 4521200"/>
              <a:gd name="connsiteY3" fmla="*/ 5157788 h 5157788"/>
              <a:gd name="connsiteX4" fmla="*/ 1530350 w 4521200"/>
              <a:gd name="connsiteY4" fmla="*/ 0 h 5157788"/>
              <a:gd name="connsiteX0" fmla="*/ 1530350 w 4521200"/>
              <a:gd name="connsiteY0" fmla="*/ 0 h 5157788"/>
              <a:gd name="connsiteX1" fmla="*/ 2470150 w 4521200"/>
              <a:gd name="connsiteY1" fmla="*/ 6350 h 5157788"/>
              <a:gd name="connsiteX2" fmla="*/ 4521200 w 4521200"/>
              <a:gd name="connsiteY2" fmla="*/ 5157788 h 5157788"/>
              <a:gd name="connsiteX3" fmla="*/ 0 w 4521200"/>
              <a:gd name="connsiteY3" fmla="*/ 5157788 h 5157788"/>
              <a:gd name="connsiteX4" fmla="*/ 1530350 w 4521200"/>
              <a:gd name="connsiteY4" fmla="*/ 0 h 5157788"/>
              <a:gd name="connsiteX0" fmla="*/ 1530350 w 4521200"/>
              <a:gd name="connsiteY0" fmla="*/ 0 h 5157788"/>
              <a:gd name="connsiteX1" fmla="*/ 2882900 w 4521200"/>
              <a:gd name="connsiteY1" fmla="*/ 0 h 5157788"/>
              <a:gd name="connsiteX2" fmla="*/ 4521200 w 4521200"/>
              <a:gd name="connsiteY2" fmla="*/ 5157788 h 5157788"/>
              <a:gd name="connsiteX3" fmla="*/ 0 w 4521200"/>
              <a:gd name="connsiteY3" fmla="*/ 5157788 h 5157788"/>
              <a:gd name="connsiteX4" fmla="*/ 1530350 w 4521200"/>
              <a:gd name="connsiteY4" fmla="*/ 0 h 5157788"/>
              <a:gd name="connsiteX0" fmla="*/ 1530350 w 2882900"/>
              <a:gd name="connsiteY0" fmla="*/ 0 h 5157788"/>
              <a:gd name="connsiteX1" fmla="*/ 2882900 w 2882900"/>
              <a:gd name="connsiteY1" fmla="*/ 0 h 5157788"/>
              <a:gd name="connsiteX2" fmla="*/ 2527300 w 2882900"/>
              <a:gd name="connsiteY2" fmla="*/ 5119688 h 5157788"/>
              <a:gd name="connsiteX3" fmla="*/ 0 w 2882900"/>
              <a:gd name="connsiteY3" fmla="*/ 5157788 h 5157788"/>
              <a:gd name="connsiteX4" fmla="*/ 1530350 w 2882900"/>
              <a:gd name="connsiteY4" fmla="*/ 0 h 5157788"/>
              <a:gd name="connsiteX0" fmla="*/ 1530350 w 2901950"/>
              <a:gd name="connsiteY0" fmla="*/ 0 h 5157788"/>
              <a:gd name="connsiteX1" fmla="*/ 2882900 w 2901950"/>
              <a:gd name="connsiteY1" fmla="*/ 0 h 5157788"/>
              <a:gd name="connsiteX2" fmla="*/ 2901950 w 2901950"/>
              <a:gd name="connsiteY2" fmla="*/ 5151438 h 5157788"/>
              <a:gd name="connsiteX3" fmla="*/ 0 w 2901950"/>
              <a:gd name="connsiteY3" fmla="*/ 5157788 h 5157788"/>
              <a:gd name="connsiteX4" fmla="*/ 1530350 w 2901950"/>
              <a:gd name="connsiteY4" fmla="*/ 0 h 5157788"/>
              <a:gd name="connsiteX0" fmla="*/ 1530350 w 2910408"/>
              <a:gd name="connsiteY0" fmla="*/ 0 h 5157788"/>
              <a:gd name="connsiteX1" fmla="*/ 2910408 w 2910408"/>
              <a:gd name="connsiteY1" fmla="*/ 18339 h 5157788"/>
              <a:gd name="connsiteX2" fmla="*/ 2901950 w 2910408"/>
              <a:gd name="connsiteY2" fmla="*/ 5151438 h 5157788"/>
              <a:gd name="connsiteX3" fmla="*/ 0 w 2910408"/>
              <a:gd name="connsiteY3" fmla="*/ 5157788 h 5157788"/>
              <a:gd name="connsiteX4" fmla="*/ 1530350 w 2910408"/>
              <a:gd name="connsiteY4" fmla="*/ 0 h 5157788"/>
              <a:gd name="connsiteX0" fmla="*/ 1530350 w 2902174"/>
              <a:gd name="connsiteY0" fmla="*/ 0 h 5157788"/>
              <a:gd name="connsiteX1" fmla="*/ 2882900 w 2902174"/>
              <a:gd name="connsiteY1" fmla="*/ 27508 h 5157788"/>
              <a:gd name="connsiteX2" fmla="*/ 2901950 w 2902174"/>
              <a:gd name="connsiteY2" fmla="*/ 5151438 h 5157788"/>
              <a:gd name="connsiteX3" fmla="*/ 0 w 2902174"/>
              <a:gd name="connsiteY3" fmla="*/ 5157788 h 5157788"/>
              <a:gd name="connsiteX4" fmla="*/ 1530350 w 2902174"/>
              <a:gd name="connsiteY4" fmla="*/ 0 h 5157788"/>
              <a:gd name="connsiteX0" fmla="*/ 1530350 w 2903127"/>
              <a:gd name="connsiteY0" fmla="*/ 0 h 5157788"/>
              <a:gd name="connsiteX1" fmla="*/ 2903127 w 2903127"/>
              <a:gd name="connsiteY1" fmla="*/ 2787 h 5157788"/>
              <a:gd name="connsiteX2" fmla="*/ 2901950 w 2903127"/>
              <a:gd name="connsiteY2" fmla="*/ 5151438 h 5157788"/>
              <a:gd name="connsiteX3" fmla="*/ 0 w 2903127"/>
              <a:gd name="connsiteY3" fmla="*/ 5157788 h 5157788"/>
              <a:gd name="connsiteX4" fmla="*/ 1530350 w 2903127"/>
              <a:gd name="connsiteY4" fmla="*/ 0 h 5157788"/>
              <a:gd name="connsiteX0" fmla="*/ 1530350 w 2907621"/>
              <a:gd name="connsiteY0" fmla="*/ 0 h 5157788"/>
              <a:gd name="connsiteX1" fmla="*/ 2907621 w 2907621"/>
              <a:gd name="connsiteY1" fmla="*/ 2787 h 5157788"/>
              <a:gd name="connsiteX2" fmla="*/ 2901950 w 2907621"/>
              <a:gd name="connsiteY2" fmla="*/ 5151438 h 5157788"/>
              <a:gd name="connsiteX3" fmla="*/ 0 w 2907621"/>
              <a:gd name="connsiteY3" fmla="*/ 5157788 h 5157788"/>
              <a:gd name="connsiteX4" fmla="*/ 1530350 w 2907621"/>
              <a:gd name="connsiteY4" fmla="*/ 0 h 5157788"/>
              <a:gd name="connsiteX0" fmla="*/ 1530350 w 2907621"/>
              <a:gd name="connsiteY0" fmla="*/ 0 h 5160427"/>
              <a:gd name="connsiteX1" fmla="*/ 2907621 w 2907621"/>
              <a:gd name="connsiteY1" fmla="*/ 2787 h 5160427"/>
              <a:gd name="connsiteX2" fmla="*/ 2901950 w 2907621"/>
              <a:gd name="connsiteY2" fmla="*/ 5160427 h 5160427"/>
              <a:gd name="connsiteX3" fmla="*/ 0 w 2907621"/>
              <a:gd name="connsiteY3" fmla="*/ 5157788 h 5160427"/>
              <a:gd name="connsiteX4" fmla="*/ 1530350 w 2907621"/>
              <a:gd name="connsiteY4" fmla="*/ 0 h 5160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7621" h="5160427">
                <a:moveTo>
                  <a:pt x="1530350" y="0"/>
                </a:moveTo>
                <a:lnTo>
                  <a:pt x="2907621" y="2787"/>
                </a:lnTo>
                <a:cubicBezTo>
                  <a:pt x="2904802" y="1713820"/>
                  <a:pt x="2904769" y="3449394"/>
                  <a:pt x="2901950" y="5160427"/>
                </a:cubicBezTo>
                <a:lnTo>
                  <a:pt x="0" y="5157788"/>
                </a:lnTo>
                <a:lnTo>
                  <a:pt x="1530350" y="0"/>
                </a:lnTo>
                <a:close/>
              </a:path>
            </a:pathLst>
          </a:custGeom>
          <a:gradFill>
            <a:gsLst>
              <a:gs pos="0">
                <a:schemeClr val="bg1"/>
              </a:gs>
              <a:gs pos="100000">
                <a:schemeClr val="bg1">
                  <a:lumMod val="65000"/>
                </a:schemeClr>
              </a:gs>
            </a:gsLst>
            <a:lin ang="8100000" scaled="1"/>
          </a:gradFill>
        </p:spPr>
        <p:txBody>
          <a:bodyPr vert="horz" lIns="0" tIns="0" rIns="0" bIns="0" rtlCol="0" anchor="ctr">
            <a:normAutofit/>
          </a:bodyPr>
          <a:lstStyle>
            <a:lvl1pPr marL="0" indent="0">
              <a:buNone/>
              <a:defRPr lang="en-US" dirty="0">
                <a:noFill/>
              </a:defRPr>
            </a:lvl1pPr>
          </a:lstStyle>
          <a:p>
            <a:pPr marL="115094" lvl="0" indent="-115094" algn="ctr"/>
            <a:r>
              <a:rPr lang="en-US"/>
              <a:t>Picture</a:t>
            </a:r>
          </a:p>
        </p:txBody>
      </p:sp>
      <p:sp>
        <p:nvSpPr>
          <p:cNvPr id="13" name="Title 1">
            <a:extLst>
              <a:ext uri="{FF2B5EF4-FFF2-40B4-BE49-F238E27FC236}">
                <a16:creationId xmlns:a16="http://schemas.microsoft.com/office/drawing/2014/main" id="{A2C17414-58BA-2A4C-B4F7-2EF59599F52F}"/>
              </a:ext>
            </a:extLst>
          </p:cNvPr>
          <p:cNvSpPr>
            <a:spLocks noGrp="1"/>
          </p:cNvSpPr>
          <p:nvPr>
            <p:ph type="title"/>
          </p:nvPr>
        </p:nvSpPr>
        <p:spPr>
          <a:xfrm>
            <a:off x="587375" y="1546249"/>
            <a:ext cx="5203826"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12" name="Text Placeholder 2">
            <a:extLst>
              <a:ext uri="{FF2B5EF4-FFF2-40B4-BE49-F238E27FC236}">
                <a16:creationId xmlns:a16="http://schemas.microsoft.com/office/drawing/2014/main" id="{BFAA3997-2E28-1E4B-89A8-A2959CA2D36C}"/>
              </a:ext>
            </a:extLst>
          </p:cNvPr>
          <p:cNvSpPr>
            <a:spLocks noGrp="1"/>
          </p:cNvSpPr>
          <p:nvPr>
            <p:ph type="body" sz="quarter" idx="18"/>
          </p:nvPr>
        </p:nvSpPr>
        <p:spPr>
          <a:xfrm>
            <a:off x="587375" y="2130543"/>
            <a:ext cx="2438400" cy="198965"/>
          </a:xfrm>
          <a:prstGeom prst="rect">
            <a:avLst/>
          </a:prstGeom>
        </p:spPr>
        <p:txBody>
          <a:bodyPr/>
          <a:lstStyle/>
          <a:p>
            <a:pPr lvl="0"/>
            <a:r>
              <a:rPr lang="en-US"/>
              <a:t>Click to edit Master text styles</a:t>
            </a:r>
          </a:p>
        </p:txBody>
      </p:sp>
      <p:sp>
        <p:nvSpPr>
          <p:cNvPr id="14" name="Text Placeholder 2">
            <a:extLst>
              <a:ext uri="{FF2B5EF4-FFF2-40B4-BE49-F238E27FC236}">
                <a16:creationId xmlns:a16="http://schemas.microsoft.com/office/drawing/2014/main" id="{C5C3FC33-E8E5-9B40-839C-D29294870FB0}"/>
              </a:ext>
            </a:extLst>
          </p:cNvPr>
          <p:cNvSpPr>
            <a:spLocks noGrp="1"/>
          </p:cNvSpPr>
          <p:nvPr>
            <p:ph type="body" sz="quarter" idx="19"/>
          </p:nvPr>
        </p:nvSpPr>
        <p:spPr>
          <a:xfrm>
            <a:off x="3365971" y="2130543"/>
            <a:ext cx="2438400" cy="198965"/>
          </a:xfrm>
          <a:prstGeom prst="rect">
            <a:avLst/>
          </a:prstGeom>
        </p:spPr>
        <p:txBody>
          <a:bodyPr/>
          <a:lstStyle/>
          <a:p>
            <a:pPr lvl="0"/>
            <a:r>
              <a:rPr lang="en-US"/>
              <a:t>Click to edit Master text styles</a:t>
            </a:r>
          </a:p>
        </p:txBody>
      </p:sp>
      <p:sp>
        <p:nvSpPr>
          <p:cNvPr id="2" name="TextBox 1">
            <a:extLst>
              <a:ext uri="{FF2B5EF4-FFF2-40B4-BE49-F238E27FC236}">
                <a16:creationId xmlns:a16="http://schemas.microsoft.com/office/drawing/2014/main" id="{9976ACF3-B1A6-534D-A466-51135059CDF3}"/>
              </a:ext>
            </a:extLst>
          </p:cNvPr>
          <p:cNvSpPr txBox="1">
            <a:spLocks/>
          </p:cNvSpPr>
          <p:nvPr userDrawn="1"/>
        </p:nvSpPr>
        <p:spPr>
          <a:xfrm>
            <a:off x="6690187" y="-1841148"/>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spTree>
    <p:extLst>
      <p:ext uri="{BB962C8B-B14F-4D97-AF65-F5344CB8AC3E}">
        <p14:creationId xmlns:p14="http://schemas.microsoft.com/office/powerpoint/2010/main" val="2255331940"/>
      </p:ext>
    </p:extLst>
  </p:cSld>
  <p:clrMapOvr>
    <a:masterClrMapping/>
  </p:clrMapOvr>
  <p:extLst>
    <p:ext uri="{DCECCB84-F9BA-43D5-87BE-67443E8EF086}">
      <p15:sldGuideLst xmlns:p15="http://schemas.microsoft.com/office/powerpoint/2012/main">
        <p15:guide id="1" pos="36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3_1 Column + Image Lef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13D26F1-59A0-A53E-BCF9-8334FE0681A0}"/>
              </a:ext>
            </a:extLst>
          </p:cNvPr>
          <p:cNvGrpSpPr/>
          <p:nvPr userDrawn="1"/>
        </p:nvGrpSpPr>
        <p:grpSpPr>
          <a:xfrm>
            <a:off x="-185343" y="-6430"/>
            <a:ext cx="3761524" cy="5162551"/>
            <a:chOff x="-185343" y="-6430"/>
            <a:chExt cx="3761524" cy="5162551"/>
          </a:xfrm>
        </p:grpSpPr>
        <p:sp>
          <p:nvSpPr>
            <p:cNvPr id="4" name="Shape">
              <a:extLst>
                <a:ext uri="{FF2B5EF4-FFF2-40B4-BE49-F238E27FC236}">
                  <a16:creationId xmlns:a16="http://schemas.microsoft.com/office/drawing/2014/main" id="{4A0E8746-72EC-9B60-1460-2FBB85CDFEB8}"/>
                </a:ext>
              </a:extLst>
            </p:cNvPr>
            <p:cNvSpPr/>
            <p:nvPr userDrawn="1"/>
          </p:nvSpPr>
          <p:spPr>
            <a:xfrm flipH="1" flipV="1">
              <a:off x="-185343"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rgbClr val="C00000"/>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5" name="TextBox 4">
              <a:extLst>
                <a:ext uri="{FF2B5EF4-FFF2-40B4-BE49-F238E27FC236}">
                  <a16:creationId xmlns:a16="http://schemas.microsoft.com/office/drawing/2014/main" id="{42DFE6F9-5356-DBEA-384A-227F70DED279}"/>
                </a:ext>
              </a:extLst>
            </p:cNvPr>
            <p:cNvSpPr txBox="1">
              <a:spLocks/>
            </p:cNvSpPr>
            <p:nvPr userDrawn="1"/>
          </p:nvSpPr>
          <p:spPr>
            <a:xfrm>
              <a:off x="2294273" y="630318"/>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grpSp>
      <p:sp>
        <p:nvSpPr>
          <p:cNvPr id="10" name="TextBox 9">
            <a:extLst>
              <a:ext uri="{FF2B5EF4-FFF2-40B4-BE49-F238E27FC236}">
                <a16:creationId xmlns:a16="http://schemas.microsoft.com/office/drawing/2014/main" id="{8687FF4D-DF08-8444-AD77-27E47155B58F}"/>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87206" y="1027736"/>
            <a:ext cx="3108495" cy="3108495"/>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marL="0" indent="0">
              <a:buFont typeface="Arial" panose="020B0604020202020204" pitchFamily="34" charset="0"/>
              <a:buNone/>
              <a:defRPr lang="en-US" sz="600" dirty="0">
                <a:noFill/>
              </a:defRPr>
            </a:lvl1pPr>
          </a:lstStyle>
          <a:p>
            <a:pPr marL="115094" lvl="0" indent="-115094" algn="ctr"/>
            <a:r>
              <a:rPr lang="en-US"/>
              <a:t>Picture</a:t>
            </a:r>
          </a:p>
        </p:txBody>
      </p:sp>
      <p:sp>
        <p:nvSpPr>
          <p:cNvPr id="8" name="Title 1">
            <a:extLst>
              <a:ext uri="{FF2B5EF4-FFF2-40B4-BE49-F238E27FC236}">
                <a16:creationId xmlns:a16="http://schemas.microsoft.com/office/drawing/2014/main" id="{2469B886-0541-064C-AE9F-847B5B0BB3DC}"/>
              </a:ext>
            </a:extLst>
          </p:cNvPr>
          <p:cNvSpPr>
            <a:spLocks noGrp="1"/>
          </p:cNvSpPr>
          <p:nvPr>
            <p:ph type="title"/>
          </p:nvPr>
        </p:nvSpPr>
        <p:spPr>
          <a:xfrm>
            <a:off x="4658516" y="1999286"/>
            <a:ext cx="3901284"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955AECDF-CF93-9D4F-BB15-871410220A99}"/>
              </a:ext>
            </a:extLst>
          </p:cNvPr>
          <p:cNvSpPr>
            <a:spLocks noGrp="1"/>
          </p:cNvSpPr>
          <p:nvPr>
            <p:ph type="body" sz="quarter" idx="18"/>
          </p:nvPr>
        </p:nvSpPr>
        <p:spPr>
          <a:xfrm>
            <a:off x="4655510" y="2772017"/>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34910DFC-105E-BA40-8266-DD9BCBF899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16180233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_1 Column + Image Lef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13D26F1-59A0-A53E-BCF9-8334FE0681A0}"/>
              </a:ext>
            </a:extLst>
          </p:cNvPr>
          <p:cNvGrpSpPr/>
          <p:nvPr userDrawn="1"/>
        </p:nvGrpSpPr>
        <p:grpSpPr>
          <a:xfrm>
            <a:off x="-185343" y="-6430"/>
            <a:ext cx="3761524" cy="5162551"/>
            <a:chOff x="-185343" y="-6430"/>
            <a:chExt cx="3761524" cy="5162551"/>
          </a:xfrm>
          <a:solidFill>
            <a:schemeClr val="tx1">
              <a:lumMod val="10000"/>
              <a:lumOff val="90000"/>
            </a:schemeClr>
          </a:solidFill>
        </p:grpSpPr>
        <p:sp>
          <p:nvSpPr>
            <p:cNvPr id="4" name="Shape">
              <a:extLst>
                <a:ext uri="{FF2B5EF4-FFF2-40B4-BE49-F238E27FC236}">
                  <a16:creationId xmlns:a16="http://schemas.microsoft.com/office/drawing/2014/main" id="{4A0E8746-72EC-9B60-1460-2FBB85CDFEB8}"/>
                </a:ext>
              </a:extLst>
            </p:cNvPr>
            <p:cNvSpPr/>
            <p:nvPr userDrawn="1"/>
          </p:nvSpPr>
          <p:spPr>
            <a:xfrm flipH="1" flipV="1">
              <a:off x="-185343"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grp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5" name="TextBox 4">
              <a:extLst>
                <a:ext uri="{FF2B5EF4-FFF2-40B4-BE49-F238E27FC236}">
                  <a16:creationId xmlns:a16="http://schemas.microsoft.com/office/drawing/2014/main" id="{42DFE6F9-5356-DBEA-384A-227F70DED279}"/>
                </a:ext>
              </a:extLst>
            </p:cNvPr>
            <p:cNvSpPr txBox="1">
              <a:spLocks/>
            </p:cNvSpPr>
            <p:nvPr userDrawn="1"/>
          </p:nvSpPr>
          <p:spPr>
            <a:xfrm>
              <a:off x="2294273" y="630318"/>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grpSp>
      <p:sp>
        <p:nvSpPr>
          <p:cNvPr id="10" name="TextBox 9">
            <a:extLst>
              <a:ext uri="{FF2B5EF4-FFF2-40B4-BE49-F238E27FC236}">
                <a16:creationId xmlns:a16="http://schemas.microsoft.com/office/drawing/2014/main" id="{8687FF4D-DF08-8444-AD77-27E47155B58F}"/>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87206" y="1027736"/>
            <a:ext cx="3108495" cy="3108495"/>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marL="0" indent="0">
              <a:buFont typeface="Arial" panose="020B0604020202020204" pitchFamily="34" charset="0"/>
              <a:buNone/>
              <a:defRPr lang="en-US" sz="600" dirty="0">
                <a:noFill/>
              </a:defRPr>
            </a:lvl1pPr>
          </a:lstStyle>
          <a:p>
            <a:pPr marL="115094" lvl="0" indent="-115094" algn="ctr"/>
            <a:r>
              <a:rPr lang="en-US"/>
              <a:t>Picture</a:t>
            </a:r>
          </a:p>
        </p:txBody>
      </p:sp>
      <p:sp>
        <p:nvSpPr>
          <p:cNvPr id="8" name="Title 1">
            <a:extLst>
              <a:ext uri="{FF2B5EF4-FFF2-40B4-BE49-F238E27FC236}">
                <a16:creationId xmlns:a16="http://schemas.microsoft.com/office/drawing/2014/main" id="{2469B886-0541-064C-AE9F-847B5B0BB3DC}"/>
              </a:ext>
            </a:extLst>
          </p:cNvPr>
          <p:cNvSpPr>
            <a:spLocks noGrp="1"/>
          </p:cNvSpPr>
          <p:nvPr>
            <p:ph type="title"/>
          </p:nvPr>
        </p:nvSpPr>
        <p:spPr>
          <a:xfrm>
            <a:off x="4658516" y="1999286"/>
            <a:ext cx="3901284"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955AECDF-CF93-9D4F-BB15-871410220A99}"/>
              </a:ext>
            </a:extLst>
          </p:cNvPr>
          <p:cNvSpPr>
            <a:spLocks noGrp="1"/>
          </p:cNvSpPr>
          <p:nvPr>
            <p:ph type="body" sz="quarter" idx="18"/>
          </p:nvPr>
        </p:nvSpPr>
        <p:spPr>
          <a:xfrm>
            <a:off x="4655510" y="2888255"/>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34910DFC-105E-BA40-8266-DD9BCBF899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36037105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3_1 Column + Image R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D35544B-EBFA-BF23-A035-91ACDEC78DC8}"/>
              </a:ext>
            </a:extLst>
          </p:cNvPr>
          <p:cNvGrpSpPr/>
          <p:nvPr userDrawn="1"/>
        </p:nvGrpSpPr>
        <p:grpSpPr>
          <a:xfrm flipH="1" flipV="1">
            <a:off x="5600012" y="-6430"/>
            <a:ext cx="3761524" cy="5162551"/>
            <a:chOff x="-185343" y="-6430"/>
            <a:chExt cx="3761524" cy="5162551"/>
          </a:xfrm>
        </p:grpSpPr>
        <p:sp>
          <p:nvSpPr>
            <p:cNvPr id="3" name="Shape">
              <a:extLst>
                <a:ext uri="{FF2B5EF4-FFF2-40B4-BE49-F238E27FC236}">
                  <a16:creationId xmlns:a16="http://schemas.microsoft.com/office/drawing/2014/main" id="{48A58D2B-4B0E-7224-9351-FB26569A02FD}"/>
                </a:ext>
              </a:extLst>
            </p:cNvPr>
            <p:cNvSpPr/>
            <p:nvPr userDrawn="1"/>
          </p:nvSpPr>
          <p:spPr>
            <a:xfrm flipH="1" flipV="1">
              <a:off x="-185343"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rgbClr val="C00000"/>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4" name="TextBox 3">
              <a:extLst>
                <a:ext uri="{FF2B5EF4-FFF2-40B4-BE49-F238E27FC236}">
                  <a16:creationId xmlns:a16="http://schemas.microsoft.com/office/drawing/2014/main" id="{98EC4108-5632-716A-C905-154535556963}"/>
                </a:ext>
              </a:extLst>
            </p:cNvPr>
            <p:cNvSpPr txBox="1">
              <a:spLocks/>
            </p:cNvSpPr>
            <p:nvPr userDrawn="1"/>
          </p:nvSpPr>
          <p:spPr>
            <a:xfrm>
              <a:off x="2294273" y="630318"/>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grpSp>
      <p:sp>
        <p:nvSpPr>
          <p:cNvPr id="9" name="TextBox 8">
            <a:extLst>
              <a:ext uri="{FF2B5EF4-FFF2-40B4-BE49-F238E27FC236}">
                <a16:creationId xmlns:a16="http://schemas.microsoft.com/office/drawing/2014/main" id="{FA94A70D-30F9-0648-977C-3FDB69C9E85E}"/>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471771" y="1027736"/>
            <a:ext cx="3088029" cy="3088029"/>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10" name="Title 1">
            <a:extLst>
              <a:ext uri="{FF2B5EF4-FFF2-40B4-BE49-F238E27FC236}">
                <a16:creationId xmlns:a16="http://schemas.microsoft.com/office/drawing/2014/main" id="{DF147E61-5316-4041-B1BF-7551F84C2729}"/>
              </a:ext>
            </a:extLst>
          </p:cNvPr>
          <p:cNvSpPr>
            <a:spLocks noGrp="1"/>
          </p:cNvSpPr>
          <p:nvPr>
            <p:ph type="title"/>
          </p:nvPr>
        </p:nvSpPr>
        <p:spPr>
          <a:xfrm>
            <a:off x="591340" y="1984998"/>
            <a:ext cx="4772229"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3CAFFB3F-4081-5349-8B0B-BF509E91F105}"/>
              </a:ext>
            </a:extLst>
          </p:cNvPr>
          <p:cNvSpPr>
            <a:spLocks noGrp="1"/>
          </p:cNvSpPr>
          <p:nvPr>
            <p:ph type="body" sz="quarter" idx="18"/>
          </p:nvPr>
        </p:nvSpPr>
        <p:spPr>
          <a:xfrm>
            <a:off x="591341" y="2571750"/>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98802FA9-6F57-AD4C-AC42-55A7106C36C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3118803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_1 Column + Image R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D35544B-EBFA-BF23-A035-91ACDEC78DC8}"/>
              </a:ext>
            </a:extLst>
          </p:cNvPr>
          <p:cNvGrpSpPr/>
          <p:nvPr userDrawn="1"/>
        </p:nvGrpSpPr>
        <p:grpSpPr>
          <a:xfrm flipH="1" flipV="1">
            <a:off x="5600012" y="-6430"/>
            <a:ext cx="3761524" cy="5162551"/>
            <a:chOff x="-185343" y="-6430"/>
            <a:chExt cx="3761524" cy="5162551"/>
          </a:xfrm>
          <a:solidFill>
            <a:schemeClr val="tx1">
              <a:lumMod val="10000"/>
              <a:lumOff val="90000"/>
            </a:schemeClr>
          </a:solidFill>
        </p:grpSpPr>
        <p:sp>
          <p:nvSpPr>
            <p:cNvPr id="3" name="Shape">
              <a:extLst>
                <a:ext uri="{FF2B5EF4-FFF2-40B4-BE49-F238E27FC236}">
                  <a16:creationId xmlns:a16="http://schemas.microsoft.com/office/drawing/2014/main" id="{48A58D2B-4B0E-7224-9351-FB26569A02FD}"/>
                </a:ext>
              </a:extLst>
            </p:cNvPr>
            <p:cNvSpPr/>
            <p:nvPr userDrawn="1"/>
          </p:nvSpPr>
          <p:spPr>
            <a:xfrm flipH="1" flipV="1">
              <a:off x="-185343"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grp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4" name="TextBox 3">
              <a:extLst>
                <a:ext uri="{FF2B5EF4-FFF2-40B4-BE49-F238E27FC236}">
                  <a16:creationId xmlns:a16="http://schemas.microsoft.com/office/drawing/2014/main" id="{98EC4108-5632-716A-C905-154535556963}"/>
                </a:ext>
              </a:extLst>
            </p:cNvPr>
            <p:cNvSpPr txBox="1">
              <a:spLocks/>
            </p:cNvSpPr>
            <p:nvPr userDrawn="1"/>
          </p:nvSpPr>
          <p:spPr>
            <a:xfrm>
              <a:off x="2294273" y="630318"/>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grpSp>
      <p:sp>
        <p:nvSpPr>
          <p:cNvPr id="9" name="TextBox 8">
            <a:extLst>
              <a:ext uri="{FF2B5EF4-FFF2-40B4-BE49-F238E27FC236}">
                <a16:creationId xmlns:a16="http://schemas.microsoft.com/office/drawing/2014/main" id="{FA94A70D-30F9-0648-977C-3FDB69C9E85E}"/>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471771" y="1027736"/>
            <a:ext cx="3088029" cy="3088029"/>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10" name="Title 1">
            <a:extLst>
              <a:ext uri="{FF2B5EF4-FFF2-40B4-BE49-F238E27FC236}">
                <a16:creationId xmlns:a16="http://schemas.microsoft.com/office/drawing/2014/main" id="{DF147E61-5316-4041-B1BF-7551F84C2729}"/>
              </a:ext>
            </a:extLst>
          </p:cNvPr>
          <p:cNvSpPr>
            <a:spLocks noGrp="1"/>
          </p:cNvSpPr>
          <p:nvPr>
            <p:ph type="title"/>
          </p:nvPr>
        </p:nvSpPr>
        <p:spPr>
          <a:xfrm>
            <a:off x="591340" y="1984998"/>
            <a:ext cx="4772229"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3CAFFB3F-4081-5349-8B0B-BF509E91F105}"/>
              </a:ext>
            </a:extLst>
          </p:cNvPr>
          <p:cNvSpPr>
            <a:spLocks noGrp="1"/>
          </p:cNvSpPr>
          <p:nvPr>
            <p:ph type="body" sz="quarter" idx="18"/>
          </p:nvPr>
        </p:nvSpPr>
        <p:spPr>
          <a:xfrm>
            <a:off x="591341" y="2571750"/>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98802FA9-6F57-AD4C-AC42-55A7106C36C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35644819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1 Column + Image Lef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687FF4D-DF08-8444-AD77-27E47155B58F}"/>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2" name="TextBox 11">
            <a:extLst>
              <a:ext uri="{FF2B5EF4-FFF2-40B4-BE49-F238E27FC236}">
                <a16:creationId xmlns:a16="http://schemas.microsoft.com/office/drawing/2014/main" id="{47735010-7286-B74F-A30A-7841F07688A4}"/>
              </a:ext>
            </a:extLst>
          </p:cNvPr>
          <p:cNvSpPr txBox="1">
            <a:spLocks/>
          </p:cNvSpPr>
          <p:nvPr userDrawn="1"/>
        </p:nvSpPr>
        <p:spPr>
          <a:xfrm>
            <a:off x="2294273" y="630318"/>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87206" y="1027736"/>
            <a:ext cx="3108495" cy="3108495"/>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marL="0" indent="0">
              <a:buFont typeface="Arial" panose="020B0604020202020204" pitchFamily="34" charset="0"/>
              <a:buNone/>
              <a:defRPr lang="en-US" sz="600" dirty="0">
                <a:noFill/>
              </a:defRPr>
            </a:lvl1pPr>
          </a:lstStyle>
          <a:p>
            <a:pPr marL="115094" lvl="0" indent="-115094" algn="ctr"/>
            <a:r>
              <a:rPr lang="en-US"/>
              <a:t>Picture</a:t>
            </a:r>
          </a:p>
        </p:txBody>
      </p:sp>
      <p:sp>
        <p:nvSpPr>
          <p:cNvPr id="8" name="Title 1">
            <a:extLst>
              <a:ext uri="{FF2B5EF4-FFF2-40B4-BE49-F238E27FC236}">
                <a16:creationId xmlns:a16="http://schemas.microsoft.com/office/drawing/2014/main" id="{2469B886-0541-064C-AE9F-847B5B0BB3DC}"/>
              </a:ext>
            </a:extLst>
          </p:cNvPr>
          <p:cNvSpPr>
            <a:spLocks noGrp="1"/>
          </p:cNvSpPr>
          <p:nvPr>
            <p:ph type="title"/>
          </p:nvPr>
        </p:nvSpPr>
        <p:spPr>
          <a:xfrm>
            <a:off x="4658516" y="1999286"/>
            <a:ext cx="3901284"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955AECDF-CF93-9D4F-BB15-871410220A99}"/>
              </a:ext>
            </a:extLst>
          </p:cNvPr>
          <p:cNvSpPr>
            <a:spLocks noGrp="1"/>
          </p:cNvSpPr>
          <p:nvPr>
            <p:ph type="body" sz="quarter" idx="18"/>
          </p:nvPr>
        </p:nvSpPr>
        <p:spPr>
          <a:xfrm>
            <a:off x="4658516" y="2841760"/>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34910DFC-105E-BA40-8266-DD9BCBF899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39800940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 Column + Image Right">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A94A70D-30F9-0648-977C-3FDB69C9E85E}"/>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2" name="TextBox 11">
            <a:extLst>
              <a:ext uri="{FF2B5EF4-FFF2-40B4-BE49-F238E27FC236}">
                <a16:creationId xmlns:a16="http://schemas.microsoft.com/office/drawing/2014/main" id="{47735010-7286-B74F-A30A-7841F07688A4}"/>
              </a:ext>
            </a:extLst>
          </p:cNvPr>
          <p:cNvSpPr txBox="1">
            <a:spLocks/>
          </p:cNvSpPr>
          <p:nvPr userDrawn="1"/>
        </p:nvSpPr>
        <p:spPr>
          <a:xfrm>
            <a:off x="5607446" y="300232"/>
            <a:ext cx="1281908" cy="4170656"/>
          </a:xfrm>
          <a:custGeom>
            <a:avLst/>
            <a:gdLst>
              <a:gd name="connsiteX0" fmla="*/ 3007140 w 3161850"/>
              <a:gd name="connsiteY0" fmla="*/ 0 h 10287002"/>
              <a:gd name="connsiteX1" fmla="*/ 3161850 w 3161850"/>
              <a:gd name="connsiteY1" fmla="*/ 0 h 10287002"/>
              <a:gd name="connsiteX2" fmla="*/ 154710 w 3161850"/>
              <a:gd name="connsiteY2" fmla="*/ 10287002 h 10287002"/>
              <a:gd name="connsiteX3" fmla="*/ 0 w 3161850"/>
              <a:gd name="connsiteY3" fmla="*/ 10287002 h 10287002"/>
            </a:gdLst>
            <a:ahLst/>
            <a:cxnLst>
              <a:cxn ang="0">
                <a:pos x="connsiteX0" y="connsiteY0"/>
              </a:cxn>
              <a:cxn ang="0">
                <a:pos x="connsiteX1" y="connsiteY1"/>
              </a:cxn>
              <a:cxn ang="0">
                <a:pos x="connsiteX2" y="connsiteY2"/>
              </a:cxn>
              <a:cxn ang="0">
                <a:pos x="connsiteX3" y="connsiteY3"/>
              </a:cxn>
            </a:cxnLst>
            <a:rect l="l" t="t" r="r" b="b"/>
            <a:pathLst>
              <a:path w="3161850" h="10287002">
                <a:moveTo>
                  <a:pt x="3007140" y="0"/>
                </a:moveTo>
                <a:lnTo>
                  <a:pt x="3161850" y="0"/>
                </a:lnTo>
                <a:lnTo>
                  <a:pt x="154710" y="10287002"/>
                </a:lnTo>
                <a:lnTo>
                  <a:pt x="0" y="10287002"/>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6858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endParaRPr kumimoji="0" lang="en-US" sz="27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471771" y="1027736"/>
            <a:ext cx="3088029" cy="3088029"/>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10" name="Title 1">
            <a:extLst>
              <a:ext uri="{FF2B5EF4-FFF2-40B4-BE49-F238E27FC236}">
                <a16:creationId xmlns:a16="http://schemas.microsoft.com/office/drawing/2014/main" id="{DF147E61-5316-4041-B1BF-7551F84C2729}"/>
              </a:ext>
            </a:extLst>
          </p:cNvPr>
          <p:cNvSpPr>
            <a:spLocks noGrp="1"/>
          </p:cNvSpPr>
          <p:nvPr>
            <p:ph type="title"/>
          </p:nvPr>
        </p:nvSpPr>
        <p:spPr>
          <a:xfrm>
            <a:off x="591341" y="1835375"/>
            <a:ext cx="3901284"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3CAFFB3F-4081-5349-8B0B-BF509E91F105}"/>
              </a:ext>
            </a:extLst>
          </p:cNvPr>
          <p:cNvSpPr>
            <a:spLocks noGrp="1"/>
          </p:cNvSpPr>
          <p:nvPr>
            <p:ph type="body" sz="quarter" idx="18"/>
          </p:nvPr>
        </p:nvSpPr>
        <p:spPr>
          <a:xfrm>
            <a:off x="591341" y="2571750"/>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98802FA9-6F57-AD4C-AC42-55A7106C36C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23449960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1 Column + Image Lef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30B42A4-2490-3A0F-0BDE-470424D73FB6}"/>
              </a:ext>
            </a:extLst>
          </p:cNvPr>
          <p:cNvGrpSpPr/>
          <p:nvPr userDrawn="1"/>
        </p:nvGrpSpPr>
        <p:grpSpPr>
          <a:xfrm>
            <a:off x="-185343" y="-6430"/>
            <a:ext cx="4077528" cy="5162551"/>
            <a:chOff x="-185343" y="-6430"/>
            <a:chExt cx="4077528" cy="5162551"/>
          </a:xfrm>
        </p:grpSpPr>
        <p:sp>
          <p:nvSpPr>
            <p:cNvPr id="7" name="Shape">
              <a:extLst>
                <a:ext uri="{FF2B5EF4-FFF2-40B4-BE49-F238E27FC236}">
                  <a16:creationId xmlns:a16="http://schemas.microsoft.com/office/drawing/2014/main" id="{06F5F443-A999-D9CF-CF10-687AE19BA95E}"/>
                </a:ext>
              </a:extLst>
            </p:cNvPr>
            <p:cNvSpPr/>
            <p:nvPr userDrawn="1"/>
          </p:nvSpPr>
          <p:spPr>
            <a:xfrm flipH="1" flipV="1">
              <a:off x="189561"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chemeClr val="tx1"/>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9" name="Shape">
              <a:extLst>
                <a:ext uri="{FF2B5EF4-FFF2-40B4-BE49-F238E27FC236}">
                  <a16:creationId xmlns:a16="http://schemas.microsoft.com/office/drawing/2014/main" id="{8CDB9B6C-5DFA-931F-6DD3-C957CAB7D86E}"/>
                </a:ext>
              </a:extLst>
            </p:cNvPr>
            <p:cNvSpPr/>
            <p:nvPr userDrawn="1"/>
          </p:nvSpPr>
          <p:spPr>
            <a:xfrm flipH="1" flipV="1">
              <a:off x="-185343"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rgbClr val="C00000"/>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grpSp>
      <p:sp>
        <p:nvSpPr>
          <p:cNvPr id="10" name="TextBox 9">
            <a:extLst>
              <a:ext uri="{FF2B5EF4-FFF2-40B4-BE49-F238E27FC236}">
                <a16:creationId xmlns:a16="http://schemas.microsoft.com/office/drawing/2014/main" id="{8687FF4D-DF08-8444-AD77-27E47155B58F}"/>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87206" y="1027736"/>
            <a:ext cx="3108495" cy="3108495"/>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marL="0" indent="0">
              <a:buFont typeface="Arial" panose="020B0604020202020204" pitchFamily="34" charset="0"/>
              <a:buNone/>
              <a:defRPr lang="en-US" sz="600" dirty="0">
                <a:noFill/>
              </a:defRPr>
            </a:lvl1pPr>
          </a:lstStyle>
          <a:p>
            <a:pPr marL="115094" lvl="0" indent="-115094" algn="ctr"/>
            <a:r>
              <a:rPr lang="en-US"/>
              <a:t>Picture</a:t>
            </a:r>
          </a:p>
        </p:txBody>
      </p:sp>
      <p:sp>
        <p:nvSpPr>
          <p:cNvPr id="8" name="Title 1">
            <a:extLst>
              <a:ext uri="{FF2B5EF4-FFF2-40B4-BE49-F238E27FC236}">
                <a16:creationId xmlns:a16="http://schemas.microsoft.com/office/drawing/2014/main" id="{2469B886-0541-064C-AE9F-847B5B0BB3DC}"/>
              </a:ext>
            </a:extLst>
          </p:cNvPr>
          <p:cNvSpPr>
            <a:spLocks noGrp="1"/>
          </p:cNvSpPr>
          <p:nvPr>
            <p:ph type="title"/>
          </p:nvPr>
        </p:nvSpPr>
        <p:spPr>
          <a:xfrm>
            <a:off x="4658516" y="1999286"/>
            <a:ext cx="3901284"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955AECDF-CF93-9D4F-BB15-871410220A99}"/>
              </a:ext>
            </a:extLst>
          </p:cNvPr>
          <p:cNvSpPr>
            <a:spLocks noGrp="1"/>
          </p:cNvSpPr>
          <p:nvPr>
            <p:ph type="body" sz="quarter" idx="18"/>
          </p:nvPr>
        </p:nvSpPr>
        <p:spPr>
          <a:xfrm>
            <a:off x="4658516" y="2586038"/>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34910DFC-105E-BA40-8266-DD9BCBF899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25821906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5_1 Column + Image Lef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30B42A4-2490-3A0F-0BDE-470424D73FB6}"/>
              </a:ext>
            </a:extLst>
          </p:cNvPr>
          <p:cNvGrpSpPr/>
          <p:nvPr userDrawn="1"/>
        </p:nvGrpSpPr>
        <p:grpSpPr>
          <a:xfrm>
            <a:off x="-185343" y="-6430"/>
            <a:ext cx="4077528" cy="5162551"/>
            <a:chOff x="-185343" y="-6430"/>
            <a:chExt cx="4077528" cy="5162551"/>
          </a:xfrm>
        </p:grpSpPr>
        <p:sp>
          <p:nvSpPr>
            <p:cNvPr id="7" name="Shape">
              <a:extLst>
                <a:ext uri="{FF2B5EF4-FFF2-40B4-BE49-F238E27FC236}">
                  <a16:creationId xmlns:a16="http://schemas.microsoft.com/office/drawing/2014/main" id="{06F5F443-A999-D9CF-CF10-687AE19BA95E}"/>
                </a:ext>
              </a:extLst>
            </p:cNvPr>
            <p:cNvSpPr/>
            <p:nvPr userDrawn="1"/>
          </p:nvSpPr>
          <p:spPr>
            <a:xfrm flipH="1" flipV="1">
              <a:off x="189561"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chemeClr val="tx1"/>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9" name="Shape">
              <a:extLst>
                <a:ext uri="{FF2B5EF4-FFF2-40B4-BE49-F238E27FC236}">
                  <a16:creationId xmlns:a16="http://schemas.microsoft.com/office/drawing/2014/main" id="{8CDB9B6C-5DFA-931F-6DD3-C957CAB7D86E}"/>
                </a:ext>
              </a:extLst>
            </p:cNvPr>
            <p:cNvSpPr/>
            <p:nvPr userDrawn="1"/>
          </p:nvSpPr>
          <p:spPr>
            <a:xfrm flipH="1" flipV="1">
              <a:off x="-185343"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chemeClr val="tx1">
                <a:lumMod val="10000"/>
                <a:lumOff val="90000"/>
              </a:schemeClr>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grpSp>
      <p:sp>
        <p:nvSpPr>
          <p:cNvPr id="10" name="TextBox 9">
            <a:extLst>
              <a:ext uri="{FF2B5EF4-FFF2-40B4-BE49-F238E27FC236}">
                <a16:creationId xmlns:a16="http://schemas.microsoft.com/office/drawing/2014/main" id="{8687FF4D-DF08-8444-AD77-27E47155B58F}"/>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87206" y="1027736"/>
            <a:ext cx="3108495" cy="3108495"/>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marL="0" indent="0">
              <a:buFont typeface="Arial" panose="020B0604020202020204" pitchFamily="34" charset="0"/>
              <a:buNone/>
              <a:defRPr lang="en-US" sz="600" dirty="0">
                <a:noFill/>
              </a:defRPr>
            </a:lvl1pPr>
          </a:lstStyle>
          <a:p>
            <a:pPr marL="115094" lvl="0" indent="-115094" algn="ctr"/>
            <a:r>
              <a:rPr lang="en-US"/>
              <a:t>Picture</a:t>
            </a:r>
          </a:p>
        </p:txBody>
      </p:sp>
      <p:sp>
        <p:nvSpPr>
          <p:cNvPr id="8" name="Title 1">
            <a:extLst>
              <a:ext uri="{FF2B5EF4-FFF2-40B4-BE49-F238E27FC236}">
                <a16:creationId xmlns:a16="http://schemas.microsoft.com/office/drawing/2014/main" id="{2469B886-0541-064C-AE9F-847B5B0BB3DC}"/>
              </a:ext>
            </a:extLst>
          </p:cNvPr>
          <p:cNvSpPr>
            <a:spLocks noGrp="1"/>
          </p:cNvSpPr>
          <p:nvPr>
            <p:ph type="title"/>
          </p:nvPr>
        </p:nvSpPr>
        <p:spPr>
          <a:xfrm>
            <a:off x="4658516" y="1999286"/>
            <a:ext cx="3901284"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955AECDF-CF93-9D4F-BB15-871410220A99}"/>
              </a:ext>
            </a:extLst>
          </p:cNvPr>
          <p:cNvSpPr>
            <a:spLocks noGrp="1"/>
          </p:cNvSpPr>
          <p:nvPr>
            <p:ph type="body" sz="quarter" idx="18"/>
          </p:nvPr>
        </p:nvSpPr>
        <p:spPr>
          <a:xfrm>
            <a:off x="4658516" y="2586038"/>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34910DFC-105E-BA40-8266-DD9BCBF899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6746603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1 Column + Image Righ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512352D-1C83-75B2-BEA4-7B32FBD3C394}"/>
              </a:ext>
            </a:extLst>
          </p:cNvPr>
          <p:cNvGrpSpPr/>
          <p:nvPr userDrawn="1"/>
        </p:nvGrpSpPr>
        <p:grpSpPr>
          <a:xfrm rot="10800000">
            <a:off x="5292234" y="-6430"/>
            <a:ext cx="4077528" cy="5162551"/>
            <a:chOff x="-185343" y="-6430"/>
            <a:chExt cx="4077528" cy="5162551"/>
          </a:xfrm>
        </p:grpSpPr>
        <p:sp>
          <p:nvSpPr>
            <p:cNvPr id="8" name="Shape">
              <a:extLst>
                <a:ext uri="{FF2B5EF4-FFF2-40B4-BE49-F238E27FC236}">
                  <a16:creationId xmlns:a16="http://schemas.microsoft.com/office/drawing/2014/main" id="{545EAAF5-8D30-0A58-DFA6-E87DCCAA1CE1}"/>
                </a:ext>
              </a:extLst>
            </p:cNvPr>
            <p:cNvSpPr/>
            <p:nvPr userDrawn="1"/>
          </p:nvSpPr>
          <p:spPr>
            <a:xfrm flipH="1" flipV="1">
              <a:off x="189561"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chemeClr val="tx1"/>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11" name="Shape">
              <a:extLst>
                <a:ext uri="{FF2B5EF4-FFF2-40B4-BE49-F238E27FC236}">
                  <a16:creationId xmlns:a16="http://schemas.microsoft.com/office/drawing/2014/main" id="{8E4A423B-932A-FC5C-8498-43A01D7ECF4F}"/>
                </a:ext>
              </a:extLst>
            </p:cNvPr>
            <p:cNvSpPr/>
            <p:nvPr userDrawn="1"/>
          </p:nvSpPr>
          <p:spPr>
            <a:xfrm flipH="1" flipV="1">
              <a:off x="-185343"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rgbClr val="C00000"/>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grpSp>
      <p:sp>
        <p:nvSpPr>
          <p:cNvPr id="9" name="TextBox 8">
            <a:extLst>
              <a:ext uri="{FF2B5EF4-FFF2-40B4-BE49-F238E27FC236}">
                <a16:creationId xmlns:a16="http://schemas.microsoft.com/office/drawing/2014/main" id="{FA94A70D-30F9-0648-977C-3FDB69C9E85E}"/>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471771" y="1027736"/>
            <a:ext cx="3088029" cy="3088029"/>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10" name="Title 1">
            <a:extLst>
              <a:ext uri="{FF2B5EF4-FFF2-40B4-BE49-F238E27FC236}">
                <a16:creationId xmlns:a16="http://schemas.microsoft.com/office/drawing/2014/main" id="{DF147E61-5316-4041-B1BF-7551F84C2729}"/>
              </a:ext>
            </a:extLst>
          </p:cNvPr>
          <p:cNvSpPr>
            <a:spLocks noGrp="1"/>
          </p:cNvSpPr>
          <p:nvPr>
            <p:ph type="title"/>
          </p:nvPr>
        </p:nvSpPr>
        <p:spPr>
          <a:xfrm>
            <a:off x="591340" y="1984998"/>
            <a:ext cx="4700893"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3CAFFB3F-4081-5349-8B0B-BF509E91F105}"/>
              </a:ext>
            </a:extLst>
          </p:cNvPr>
          <p:cNvSpPr>
            <a:spLocks noGrp="1"/>
          </p:cNvSpPr>
          <p:nvPr>
            <p:ph type="body" sz="quarter" idx="18"/>
          </p:nvPr>
        </p:nvSpPr>
        <p:spPr>
          <a:xfrm>
            <a:off x="591341" y="2571750"/>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98802FA9-6F57-AD4C-AC42-55A7106C36C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38197673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_1 Column + Image Righ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512352D-1C83-75B2-BEA4-7B32FBD3C394}"/>
              </a:ext>
            </a:extLst>
          </p:cNvPr>
          <p:cNvGrpSpPr/>
          <p:nvPr userDrawn="1"/>
        </p:nvGrpSpPr>
        <p:grpSpPr>
          <a:xfrm rot="10800000">
            <a:off x="5292234" y="-6430"/>
            <a:ext cx="4077528" cy="5162551"/>
            <a:chOff x="-185343" y="-6430"/>
            <a:chExt cx="4077528" cy="5162551"/>
          </a:xfrm>
        </p:grpSpPr>
        <p:sp>
          <p:nvSpPr>
            <p:cNvPr id="8" name="Shape">
              <a:extLst>
                <a:ext uri="{FF2B5EF4-FFF2-40B4-BE49-F238E27FC236}">
                  <a16:creationId xmlns:a16="http://schemas.microsoft.com/office/drawing/2014/main" id="{545EAAF5-8D30-0A58-DFA6-E87DCCAA1CE1}"/>
                </a:ext>
              </a:extLst>
            </p:cNvPr>
            <p:cNvSpPr/>
            <p:nvPr userDrawn="1"/>
          </p:nvSpPr>
          <p:spPr>
            <a:xfrm flipH="1" flipV="1">
              <a:off x="189561"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chemeClr val="tx1"/>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11" name="Shape">
              <a:extLst>
                <a:ext uri="{FF2B5EF4-FFF2-40B4-BE49-F238E27FC236}">
                  <a16:creationId xmlns:a16="http://schemas.microsoft.com/office/drawing/2014/main" id="{8E4A423B-932A-FC5C-8498-43A01D7ECF4F}"/>
                </a:ext>
              </a:extLst>
            </p:cNvPr>
            <p:cNvSpPr/>
            <p:nvPr userDrawn="1"/>
          </p:nvSpPr>
          <p:spPr>
            <a:xfrm flipH="1" flipV="1">
              <a:off x="-185343"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chemeClr val="tx1">
                <a:lumMod val="10000"/>
                <a:lumOff val="90000"/>
              </a:schemeClr>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grpSp>
      <p:sp>
        <p:nvSpPr>
          <p:cNvPr id="9" name="TextBox 8">
            <a:extLst>
              <a:ext uri="{FF2B5EF4-FFF2-40B4-BE49-F238E27FC236}">
                <a16:creationId xmlns:a16="http://schemas.microsoft.com/office/drawing/2014/main" id="{FA94A70D-30F9-0648-977C-3FDB69C9E85E}"/>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sp>
        <p:nvSpPr>
          <p:cNvPr id="13" name="Picture Placeholder 9">
            <a:extLst>
              <a:ext uri="{FF2B5EF4-FFF2-40B4-BE49-F238E27FC236}">
                <a16:creationId xmlns:a16="http://schemas.microsoft.com/office/drawing/2014/main" id="{DFEC5FC2-DAA8-9D46-A60B-F09B739BD8E1}"/>
              </a:ext>
            </a:extLst>
          </p:cNvPr>
          <p:cNvSpPr>
            <a:spLocks noGrp="1"/>
          </p:cNvSpPr>
          <p:nvPr>
            <p:ph type="pic" sz="quarter" idx="13" hasCustomPrompt="1"/>
          </p:nvPr>
        </p:nvSpPr>
        <p:spPr>
          <a:xfrm>
            <a:off x="5471771" y="1027736"/>
            <a:ext cx="3088029" cy="3088029"/>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10" name="Title 1">
            <a:extLst>
              <a:ext uri="{FF2B5EF4-FFF2-40B4-BE49-F238E27FC236}">
                <a16:creationId xmlns:a16="http://schemas.microsoft.com/office/drawing/2014/main" id="{DF147E61-5316-4041-B1BF-7551F84C2729}"/>
              </a:ext>
            </a:extLst>
          </p:cNvPr>
          <p:cNvSpPr>
            <a:spLocks noGrp="1"/>
          </p:cNvSpPr>
          <p:nvPr>
            <p:ph type="title"/>
          </p:nvPr>
        </p:nvSpPr>
        <p:spPr>
          <a:xfrm>
            <a:off x="591340" y="1984998"/>
            <a:ext cx="4700893"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6" name="Text Placeholder 2">
            <a:extLst>
              <a:ext uri="{FF2B5EF4-FFF2-40B4-BE49-F238E27FC236}">
                <a16:creationId xmlns:a16="http://schemas.microsoft.com/office/drawing/2014/main" id="{3CAFFB3F-4081-5349-8B0B-BF509E91F105}"/>
              </a:ext>
            </a:extLst>
          </p:cNvPr>
          <p:cNvSpPr>
            <a:spLocks noGrp="1"/>
          </p:cNvSpPr>
          <p:nvPr>
            <p:ph type="body" sz="quarter" idx="18"/>
          </p:nvPr>
        </p:nvSpPr>
        <p:spPr>
          <a:xfrm>
            <a:off x="591341" y="2571750"/>
            <a:ext cx="3901284" cy="198965"/>
          </a:xfrm>
          <a:prstGeom prst="rect">
            <a:avLst/>
          </a:prstGeom>
        </p:spPr>
        <p:txBody>
          <a:bodyPr/>
          <a:lstStyle/>
          <a:p>
            <a:pPr lvl="0"/>
            <a:r>
              <a:rPr lang="en-US"/>
              <a:t>Click to edit Master text styles</a:t>
            </a:r>
          </a:p>
        </p:txBody>
      </p:sp>
      <p:pic>
        <p:nvPicPr>
          <p:cNvPr id="14" name="Picture 6">
            <a:extLst>
              <a:ext uri="{FF2B5EF4-FFF2-40B4-BE49-F238E27FC236}">
                <a16:creationId xmlns:a16="http://schemas.microsoft.com/office/drawing/2014/main" id="{98802FA9-6F57-AD4C-AC42-55A7106C36C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41155760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Column + Image To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997AB90-4DE6-094B-8FCD-ECB02CCB45FE}"/>
              </a:ext>
            </a:extLst>
          </p:cNvPr>
          <p:cNvSpPr>
            <a:spLocks noGrp="1"/>
          </p:cNvSpPr>
          <p:nvPr>
            <p:ph type="pic" sz="quarter" idx="10"/>
          </p:nvPr>
        </p:nvSpPr>
        <p:spPr>
          <a:xfrm>
            <a:off x="0" y="1"/>
            <a:ext cx="9144000" cy="1828800"/>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a:noFill/>
              </a:defRPr>
            </a:lvl1pPr>
          </a:lstStyle>
          <a:p>
            <a:pPr lvl="0" algn="ctr"/>
            <a:r>
              <a:rPr lang="en-US"/>
              <a:t>Click icon to add picture</a:t>
            </a:r>
          </a:p>
        </p:txBody>
      </p:sp>
      <p:sp>
        <p:nvSpPr>
          <p:cNvPr id="7" name="Title 1">
            <a:extLst>
              <a:ext uri="{FF2B5EF4-FFF2-40B4-BE49-F238E27FC236}">
                <a16:creationId xmlns:a16="http://schemas.microsoft.com/office/drawing/2014/main" id="{1A347907-C689-5D4A-A95D-5B3ED8E88A5E}"/>
              </a:ext>
            </a:extLst>
          </p:cNvPr>
          <p:cNvSpPr>
            <a:spLocks noGrp="1"/>
          </p:cNvSpPr>
          <p:nvPr>
            <p:ph type="title"/>
          </p:nvPr>
        </p:nvSpPr>
        <p:spPr>
          <a:xfrm>
            <a:off x="587375" y="2264342"/>
            <a:ext cx="7972425"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10" name="Text Placeholder 2">
            <a:extLst>
              <a:ext uri="{FF2B5EF4-FFF2-40B4-BE49-F238E27FC236}">
                <a16:creationId xmlns:a16="http://schemas.microsoft.com/office/drawing/2014/main" id="{28532ED6-49BF-0941-ABCC-8B3AB5D6F2B5}"/>
              </a:ext>
            </a:extLst>
          </p:cNvPr>
          <p:cNvSpPr>
            <a:spLocks noGrp="1"/>
          </p:cNvSpPr>
          <p:nvPr>
            <p:ph type="body" sz="quarter" idx="18"/>
          </p:nvPr>
        </p:nvSpPr>
        <p:spPr>
          <a:xfrm>
            <a:off x="587375" y="2858238"/>
            <a:ext cx="2281238" cy="198965"/>
          </a:xfrm>
          <a:prstGeom prst="rect">
            <a:avLst/>
          </a:prstGeom>
        </p:spPr>
        <p:txBody>
          <a:bodyPr/>
          <a:lstStyle/>
          <a:p>
            <a:pPr lvl="0"/>
            <a:r>
              <a:rPr lang="en-US"/>
              <a:t>Click to edit Master text styles</a:t>
            </a:r>
          </a:p>
        </p:txBody>
      </p:sp>
      <p:sp>
        <p:nvSpPr>
          <p:cNvPr id="11" name="Text Placeholder 2">
            <a:extLst>
              <a:ext uri="{FF2B5EF4-FFF2-40B4-BE49-F238E27FC236}">
                <a16:creationId xmlns:a16="http://schemas.microsoft.com/office/drawing/2014/main" id="{EECCA1C1-49C0-924D-A599-FB7AAB862F0C}"/>
              </a:ext>
            </a:extLst>
          </p:cNvPr>
          <p:cNvSpPr>
            <a:spLocks noGrp="1"/>
          </p:cNvSpPr>
          <p:nvPr>
            <p:ph type="body" sz="quarter" idx="19"/>
          </p:nvPr>
        </p:nvSpPr>
        <p:spPr>
          <a:xfrm>
            <a:off x="3429794" y="2858238"/>
            <a:ext cx="2281238" cy="198965"/>
          </a:xfrm>
          <a:prstGeom prst="rect">
            <a:avLst/>
          </a:prstGeom>
        </p:spPr>
        <p:txBody>
          <a:bodyPr/>
          <a:lstStyle/>
          <a:p>
            <a:pPr lvl="0"/>
            <a:r>
              <a:rPr lang="en-US"/>
              <a:t>Click to edit Master text styles</a:t>
            </a:r>
          </a:p>
        </p:txBody>
      </p:sp>
      <p:sp>
        <p:nvSpPr>
          <p:cNvPr id="12" name="Text Placeholder 2">
            <a:extLst>
              <a:ext uri="{FF2B5EF4-FFF2-40B4-BE49-F238E27FC236}">
                <a16:creationId xmlns:a16="http://schemas.microsoft.com/office/drawing/2014/main" id="{0E95854E-0FD0-264A-A82A-3BE0A2C7F091}"/>
              </a:ext>
            </a:extLst>
          </p:cNvPr>
          <p:cNvSpPr>
            <a:spLocks noGrp="1"/>
          </p:cNvSpPr>
          <p:nvPr>
            <p:ph type="body" sz="quarter" idx="20"/>
          </p:nvPr>
        </p:nvSpPr>
        <p:spPr>
          <a:xfrm>
            <a:off x="6272213" y="2858238"/>
            <a:ext cx="2281238" cy="198965"/>
          </a:xfrm>
          <a:prstGeom prst="rect">
            <a:avLst/>
          </a:prstGeom>
        </p:spPr>
        <p:txBody>
          <a:bodyPr/>
          <a:lstStyle/>
          <a:p>
            <a:pPr lvl="0"/>
            <a:r>
              <a:rPr lang="en-US"/>
              <a:t>Click to edit Master text styles</a:t>
            </a:r>
          </a:p>
        </p:txBody>
      </p:sp>
      <p:grpSp>
        <p:nvGrpSpPr>
          <p:cNvPr id="8" name="Group 7">
            <a:extLst>
              <a:ext uri="{FF2B5EF4-FFF2-40B4-BE49-F238E27FC236}">
                <a16:creationId xmlns:a16="http://schemas.microsoft.com/office/drawing/2014/main" id="{70B5C2F8-630D-A745-A5C8-1B443F3AC981}"/>
              </a:ext>
            </a:extLst>
          </p:cNvPr>
          <p:cNvGrpSpPr/>
          <p:nvPr userDrawn="1"/>
        </p:nvGrpSpPr>
        <p:grpSpPr>
          <a:xfrm>
            <a:off x="3157640" y="2834246"/>
            <a:ext cx="2868190" cy="1794904"/>
            <a:chOff x="2420857" y="1542306"/>
            <a:chExt cx="2868190" cy="2858244"/>
          </a:xfrm>
        </p:grpSpPr>
        <p:cxnSp>
          <p:nvCxnSpPr>
            <p:cNvPr id="9" name="Straight Connector 8">
              <a:extLst>
                <a:ext uri="{FF2B5EF4-FFF2-40B4-BE49-F238E27FC236}">
                  <a16:creationId xmlns:a16="http://schemas.microsoft.com/office/drawing/2014/main" id="{2FC59CC8-8DFD-204F-943A-885CAF591932}"/>
                </a:ext>
              </a:extLst>
            </p:cNvPr>
            <p:cNvCxnSpPr/>
            <p:nvPr userDrawn="1"/>
          </p:nvCxnSpPr>
          <p:spPr>
            <a:xfrm>
              <a:off x="2420857" y="1542306"/>
              <a:ext cx="0" cy="28582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572A336-E7B2-0847-ADD1-0D557158B04B}"/>
                </a:ext>
              </a:extLst>
            </p:cNvPr>
            <p:cNvCxnSpPr/>
            <p:nvPr userDrawn="1"/>
          </p:nvCxnSpPr>
          <p:spPr>
            <a:xfrm>
              <a:off x="5289047" y="1542306"/>
              <a:ext cx="0" cy="28582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30643912"/>
      </p:ext>
    </p:extLst>
  </p:cSld>
  <p:clrMapOvr>
    <a:masterClrMapping/>
  </p:clrMapOvr>
  <p:extLst>
    <p:ext uri="{DCECCB84-F9BA-43D5-87BE-67443E8EF086}">
      <p15:sldGuideLst xmlns:p15="http://schemas.microsoft.com/office/powerpoint/2012/main">
        <p15:guide id="1" orient="horz" pos="1418">
          <p15:clr>
            <a:srgbClr val="FBAE40"/>
          </p15:clr>
        </p15:guide>
        <p15:guide id="2" orient="horz" pos="179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Column + Image To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997AB90-4DE6-094B-8FCD-ECB02CCB45FE}"/>
              </a:ext>
            </a:extLst>
          </p:cNvPr>
          <p:cNvSpPr>
            <a:spLocks noGrp="1"/>
          </p:cNvSpPr>
          <p:nvPr>
            <p:ph type="pic" sz="quarter" idx="10"/>
          </p:nvPr>
        </p:nvSpPr>
        <p:spPr>
          <a:xfrm>
            <a:off x="0" y="1"/>
            <a:ext cx="9144000" cy="1828800"/>
          </a:xfrm>
          <a:prstGeom prst="rect">
            <a:avLst/>
          </a:pr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a:noFill/>
              </a:defRPr>
            </a:lvl1pPr>
          </a:lstStyle>
          <a:p>
            <a:pPr lvl="0" algn="ctr"/>
            <a:r>
              <a:rPr lang="en-US"/>
              <a:t>Click icon to add picture</a:t>
            </a:r>
          </a:p>
        </p:txBody>
      </p:sp>
      <p:sp>
        <p:nvSpPr>
          <p:cNvPr id="20" name="Title 1">
            <a:extLst>
              <a:ext uri="{FF2B5EF4-FFF2-40B4-BE49-F238E27FC236}">
                <a16:creationId xmlns:a16="http://schemas.microsoft.com/office/drawing/2014/main" id="{D3631CAA-FBA9-354D-B790-F715CF21B93B}"/>
              </a:ext>
            </a:extLst>
          </p:cNvPr>
          <p:cNvSpPr>
            <a:spLocks noGrp="1"/>
          </p:cNvSpPr>
          <p:nvPr>
            <p:ph type="title"/>
          </p:nvPr>
        </p:nvSpPr>
        <p:spPr>
          <a:xfrm>
            <a:off x="587375" y="2264342"/>
            <a:ext cx="7972425" cy="572464"/>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21" name="Text Placeholder 2">
            <a:extLst>
              <a:ext uri="{FF2B5EF4-FFF2-40B4-BE49-F238E27FC236}">
                <a16:creationId xmlns:a16="http://schemas.microsoft.com/office/drawing/2014/main" id="{005D4A02-0F37-4547-B7D0-E5109A768D30}"/>
              </a:ext>
            </a:extLst>
          </p:cNvPr>
          <p:cNvSpPr>
            <a:spLocks noGrp="1"/>
          </p:cNvSpPr>
          <p:nvPr>
            <p:ph type="body" sz="quarter" idx="18"/>
          </p:nvPr>
        </p:nvSpPr>
        <p:spPr>
          <a:xfrm>
            <a:off x="587375" y="2858238"/>
            <a:ext cx="1466850" cy="198965"/>
          </a:xfrm>
          <a:prstGeom prst="rect">
            <a:avLst/>
          </a:prstGeom>
        </p:spPr>
        <p:txBody>
          <a:bodyPr/>
          <a:lstStyle/>
          <a:p>
            <a:pPr lvl="0"/>
            <a:r>
              <a:rPr lang="en-US"/>
              <a:t>Click to edit Master text styles</a:t>
            </a:r>
          </a:p>
        </p:txBody>
      </p:sp>
      <p:sp>
        <p:nvSpPr>
          <p:cNvPr id="22" name="Text Placeholder 2">
            <a:extLst>
              <a:ext uri="{FF2B5EF4-FFF2-40B4-BE49-F238E27FC236}">
                <a16:creationId xmlns:a16="http://schemas.microsoft.com/office/drawing/2014/main" id="{9ADF71E1-FC7F-744D-B528-D1D9DEB5C317}"/>
              </a:ext>
            </a:extLst>
          </p:cNvPr>
          <p:cNvSpPr>
            <a:spLocks noGrp="1"/>
          </p:cNvSpPr>
          <p:nvPr>
            <p:ph type="body" sz="quarter" idx="19"/>
          </p:nvPr>
        </p:nvSpPr>
        <p:spPr>
          <a:xfrm>
            <a:off x="2753784" y="2858238"/>
            <a:ext cx="1466850" cy="198965"/>
          </a:xfrm>
          <a:prstGeom prst="rect">
            <a:avLst/>
          </a:prstGeom>
        </p:spPr>
        <p:txBody>
          <a:bodyPr/>
          <a:lstStyle/>
          <a:p>
            <a:pPr lvl="0"/>
            <a:r>
              <a:rPr lang="en-US"/>
              <a:t>Click to edit Master text styles</a:t>
            </a:r>
          </a:p>
        </p:txBody>
      </p:sp>
      <p:sp>
        <p:nvSpPr>
          <p:cNvPr id="23" name="Text Placeholder 2">
            <a:extLst>
              <a:ext uri="{FF2B5EF4-FFF2-40B4-BE49-F238E27FC236}">
                <a16:creationId xmlns:a16="http://schemas.microsoft.com/office/drawing/2014/main" id="{033DFB7C-3731-E345-919A-E7B44547AE4F}"/>
              </a:ext>
            </a:extLst>
          </p:cNvPr>
          <p:cNvSpPr>
            <a:spLocks noGrp="1"/>
          </p:cNvSpPr>
          <p:nvPr>
            <p:ph type="body" sz="quarter" idx="20"/>
          </p:nvPr>
        </p:nvSpPr>
        <p:spPr>
          <a:xfrm>
            <a:off x="7086601" y="2858238"/>
            <a:ext cx="1466850" cy="198965"/>
          </a:xfrm>
          <a:prstGeom prst="rect">
            <a:avLst/>
          </a:prstGeom>
        </p:spPr>
        <p:txBody>
          <a:bodyPr/>
          <a:lstStyle/>
          <a:p>
            <a:pPr lvl="0"/>
            <a:r>
              <a:rPr lang="en-US"/>
              <a:t>Click to edit Master text styles</a:t>
            </a:r>
          </a:p>
        </p:txBody>
      </p:sp>
      <p:sp>
        <p:nvSpPr>
          <p:cNvPr id="24" name="Text Placeholder 2">
            <a:extLst>
              <a:ext uri="{FF2B5EF4-FFF2-40B4-BE49-F238E27FC236}">
                <a16:creationId xmlns:a16="http://schemas.microsoft.com/office/drawing/2014/main" id="{713103A3-B7B1-1E47-9892-F6D020AA84B5}"/>
              </a:ext>
            </a:extLst>
          </p:cNvPr>
          <p:cNvSpPr>
            <a:spLocks noGrp="1"/>
          </p:cNvSpPr>
          <p:nvPr>
            <p:ph type="body" sz="quarter" idx="21"/>
          </p:nvPr>
        </p:nvSpPr>
        <p:spPr>
          <a:xfrm>
            <a:off x="4920193" y="2858238"/>
            <a:ext cx="1466850" cy="198965"/>
          </a:xfrm>
          <a:prstGeom prst="rect">
            <a:avLst/>
          </a:prstGeom>
        </p:spPr>
        <p:txBody>
          <a:bodyPr/>
          <a:lstStyle/>
          <a:p>
            <a:pPr lvl="0"/>
            <a:r>
              <a:rPr lang="en-US"/>
              <a:t>Click to edit Master text styles</a:t>
            </a:r>
          </a:p>
        </p:txBody>
      </p:sp>
      <p:grpSp>
        <p:nvGrpSpPr>
          <p:cNvPr id="8" name="Group 7">
            <a:extLst>
              <a:ext uri="{FF2B5EF4-FFF2-40B4-BE49-F238E27FC236}">
                <a16:creationId xmlns:a16="http://schemas.microsoft.com/office/drawing/2014/main" id="{32C3BD86-ECE8-154E-8D40-FAC87F3F46CE}"/>
              </a:ext>
            </a:extLst>
          </p:cNvPr>
          <p:cNvGrpSpPr/>
          <p:nvPr userDrawn="1"/>
        </p:nvGrpSpPr>
        <p:grpSpPr>
          <a:xfrm>
            <a:off x="2420857" y="2834246"/>
            <a:ext cx="4328600" cy="1794904"/>
            <a:chOff x="2420857" y="1542306"/>
            <a:chExt cx="4328600" cy="2858244"/>
          </a:xfrm>
        </p:grpSpPr>
        <p:cxnSp>
          <p:nvCxnSpPr>
            <p:cNvPr id="9" name="Straight Connector 8">
              <a:extLst>
                <a:ext uri="{FF2B5EF4-FFF2-40B4-BE49-F238E27FC236}">
                  <a16:creationId xmlns:a16="http://schemas.microsoft.com/office/drawing/2014/main" id="{6790F535-6B95-1440-89AA-4E77564E1458}"/>
                </a:ext>
              </a:extLst>
            </p:cNvPr>
            <p:cNvCxnSpPr/>
            <p:nvPr userDrawn="1"/>
          </p:nvCxnSpPr>
          <p:spPr>
            <a:xfrm>
              <a:off x="2420857" y="1542306"/>
              <a:ext cx="0" cy="28582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11A1D4A-CA7A-3843-98C2-974B702A84B2}"/>
                </a:ext>
              </a:extLst>
            </p:cNvPr>
            <p:cNvCxnSpPr/>
            <p:nvPr userDrawn="1"/>
          </p:nvCxnSpPr>
          <p:spPr>
            <a:xfrm>
              <a:off x="4572000" y="1542306"/>
              <a:ext cx="0" cy="28582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3EFBE8D-DA18-C345-88ED-18351E474F2A}"/>
                </a:ext>
              </a:extLst>
            </p:cNvPr>
            <p:cNvCxnSpPr/>
            <p:nvPr userDrawn="1"/>
          </p:nvCxnSpPr>
          <p:spPr>
            <a:xfrm>
              <a:off x="6749457" y="1542306"/>
              <a:ext cx="0" cy="28582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2451756"/>
      </p:ext>
    </p:extLst>
  </p:cSld>
  <p:clrMapOvr>
    <a:masterClrMapping/>
  </p:clrMapOvr>
  <p:extLst>
    <p:ext uri="{DCECCB84-F9BA-43D5-87BE-67443E8EF086}">
      <p15:sldGuideLst xmlns:p15="http://schemas.microsoft.com/office/powerpoint/2012/main">
        <p15:guide id="1" orient="horz" pos="1418">
          <p15:clr>
            <a:srgbClr val="FBAE40"/>
          </p15:clr>
        </p15:guide>
        <p15:guide id="2" orient="horz" pos="179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_Detail Page + Device Left">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BAD27E8B-ED83-564B-9EB9-7BAA80D7F250}"/>
              </a:ext>
            </a:extLst>
          </p:cNvPr>
          <p:cNvPicPr>
            <a:picLocks noChangeAspect="1"/>
          </p:cNvPicPr>
          <p:nvPr userDrawn="1"/>
        </p:nvPicPr>
        <p:blipFill rotWithShape="1">
          <a:blip r:embed="rId2" cstate="screen">
            <a:alphaModFix amt="50000"/>
            <a:extLst>
              <a:ext uri="{28A0092B-C50C-407E-A947-70E740481C1C}">
                <a14:useLocalDpi xmlns:a14="http://schemas.microsoft.com/office/drawing/2010/main"/>
              </a:ext>
              <a:ext uri="{96DAC541-7B7A-43D3-8B79-37D633B846F1}">
                <asvg:svgBlip xmlns:asvg="http://schemas.microsoft.com/office/drawing/2016/SVG/main" r:embed="rId3"/>
              </a:ext>
            </a:extLst>
          </a:blip>
          <a:srcRect l="37966" r="-17351" b="30928"/>
          <a:stretch/>
        </p:blipFill>
        <p:spPr>
          <a:xfrm rot="5400000">
            <a:off x="-40040" y="40038"/>
            <a:ext cx="3093154" cy="3013075"/>
          </a:xfrm>
          <a:prstGeom prst="rect">
            <a:avLst/>
          </a:prstGeom>
        </p:spPr>
      </p:pic>
      <p:sp>
        <p:nvSpPr>
          <p:cNvPr id="10" name="Title 1">
            <a:extLst>
              <a:ext uri="{FF2B5EF4-FFF2-40B4-BE49-F238E27FC236}">
                <a16:creationId xmlns:a16="http://schemas.microsoft.com/office/drawing/2014/main" id="{087F2C2F-BBE1-9043-A414-58A22CF02C21}"/>
              </a:ext>
            </a:extLst>
          </p:cNvPr>
          <p:cNvSpPr>
            <a:spLocks noGrp="1"/>
          </p:cNvSpPr>
          <p:nvPr>
            <p:ph type="title"/>
          </p:nvPr>
        </p:nvSpPr>
        <p:spPr>
          <a:xfrm>
            <a:off x="5480824" y="1999286"/>
            <a:ext cx="3157654" cy="960263"/>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pic>
        <p:nvPicPr>
          <p:cNvPr id="12" name="Picture 11">
            <a:extLst>
              <a:ext uri="{FF2B5EF4-FFF2-40B4-BE49-F238E27FC236}">
                <a16:creationId xmlns:a16="http://schemas.microsoft.com/office/drawing/2014/main" id="{EBCFC06F-82A6-1345-B60D-533C10EB2C6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115"/>
          <a:stretch/>
        </p:blipFill>
        <p:spPr>
          <a:xfrm>
            <a:off x="-379219" y="635373"/>
            <a:ext cx="6106592" cy="4121786"/>
          </a:xfrm>
          <a:prstGeom prst="rect">
            <a:avLst/>
          </a:prstGeom>
        </p:spPr>
      </p:pic>
      <p:sp>
        <p:nvSpPr>
          <p:cNvPr id="13" name="Picture Placeholder 6">
            <a:extLst>
              <a:ext uri="{FF2B5EF4-FFF2-40B4-BE49-F238E27FC236}">
                <a16:creationId xmlns:a16="http://schemas.microsoft.com/office/drawing/2014/main" id="{0A92B905-9DA2-2E4C-875E-4421AD880B16}"/>
              </a:ext>
            </a:extLst>
          </p:cNvPr>
          <p:cNvSpPr>
            <a:spLocks noGrp="1"/>
          </p:cNvSpPr>
          <p:nvPr>
            <p:ph type="pic" sz="quarter" idx="14" hasCustomPrompt="1"/>
          </p:nvPr>
        </p:nvSpPr>
        <p:spPr>
          <a:xfrm>
            <a:off x="729244" y="1053822"/>
            <a:ext cx="4185328" cy="2645370"/>
          </a:xfrm>
          <a:custGeom>
            <a:avLst/>
            <a:gdLst>
              <a:gd name="connsiteX0" fmla="*/ 0 w 4585821"/>
              <a:gd name="connsiteY0" fmla="*/ 0 h 2914945"/>
              <a:gd name="connsiteX1" fmla="*/ 4585821 w 4585821"/>
              <a:gd name="connsiteY1" fmla="*/ 0 h 2914945"/>
              <a:gd name="connsiteX2" fmla="*/ 4585821 w 4585821"/>
              <a:gd name="connsiteY2" fmla="*/ 2914945 h 2914945"/>
              <a:gd name="connsiteX3" fmla="*/ 0 w 4585821"/>
              <a:gd name="connsiteY3" fmla="*/ 2914945 h 2914945"/>
              <a:gd name="connsiteX4" fmla="*/ 0 w 4585821"/>
              <a:gd name="connsiteY4" fmla="*/ 0 h 2914945"/>
              <a:gd name="connsiteX0" fmla="*/ 37214 w 4585821"/>
              <a:gd name="connsiteY0" fmla="*/ 5316 h 2914945"/>
              <a:gd name="connsiteX1" fmla="*/ 4585821 w 4585821"/>
              <a:gd name="connsiteY1" fmla="*/ 0 h 2914945"/>
              <a:gd name="connsiteX2" fmla="*/ 4585821 w 4585821"/>
              <a:gd name="connsiteY2" fmla="*/ 2914945 h 2914945"/>
              <a:gd name="connsiteX3" fmla="*/ 0 w 4585821"/>
              <a:gd name="connsiteY3" fmla="*/ 2914945 h 2914945"/>
              <a:gd name="connsiteX4" fmla="*/ 37214 w 4585821"/>
              <a:gd name="connsiteY4" fmla="*/ 5316 h 2914945"/>
              <a:gd name="connsiteX0" fmla="*/ 37214 w 4585821"/>
              <a:gd name="connsiteY0" fmla="*/ 0 h 2909629"/>
              <a:gd name="connsiteX1" fmla="*/ 4559239 w 4585821"/>
              <a:gd name="connsiteY1" fmla="*/ 1 h 2909629"/>
              <a:gd name="connsiteX2" fmla="*/ 4585821 w 4585821"/>
              <a:gd name="connsiteY2" fmla="*/ 2909629 h 2909629"/>
              <a:gd name="connsiteX3" fmla="*/ 0 w 4585821"/>
              <a:gd name="connsiteY3" fmla="*/ 2909629 h 2909629"/>
              <a:gd name="connsiteX4" fmla="*/ 37214 w 4585821"/>
              <a:gd name="connsiteY4" fmla="*/ 0 h 2909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5821" h="2909629">
                <a:moveTo>
                  <a:pt x="37214" y="0"/>
                </a:moveTo>
                <a:lnTo>
                  <a:pt x="4559239" y="1"/>
                </a:lnTo>
                <a:lnTo>
                  <a:pt x="4585821" y="2909629"/>
                </a:lnTo>
                <a:lnTo>
                  <a:pt x="0" y="2909629"/>
                </a:lnTo>
                <a:lnTo>
                  <a:pt x="37214" y="0"/>
                </a:lnTo>
                <a:close/>
              </a:path>
            </a:pathLst>
          </a:cu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6" name="Text Placeholder 2">
            <a:extLst>
              <a:ext uri="{FF2B5EF4-FFF2-40B4-BE49-F238E27FC236}">
                <a16:creationId xmlns:a16="http://schemas.microsoft.com/office/drawing/2014/main" id="{83EC3100-88BE-A947-84DF-4911FDE9932E}"/>
              </a:ext>
            </a:extLst>
          </p:cNvPr>
          <p:cNvSpPr>
            <a:spLocks noGrp="1"/>
          </p:cNvSpPr>
          <p:nvPr>
            <p:ph type="body" sz="quarter" idx="18"/>
          </p:nvPr>
        </p:nvSpPr>
        <p:spPr>
          <a:xfrm>
            <a:off x="5491140" y="2860066"/>
            <a:ext cx="3157654" cy="198965"/>
          </a:xfrm>
          <a:prstGeom prst="rect">
            <a:avLst/>
          </a:prstGeom>
        </p:spPr>
        <p:txBody>
          <a:bodyPr/>
          <a:lstStyle/>
          <a:p>
            <a:pPr lvl="0"/>
            <a:r>
              <a:rPr lang="en-US"/>
              <a:t>Click to edit Master text styles</a:t>
            </a:r>
          </a:p>
        </p:txBody>
      </p:sp>
      <p:sp>
        <p:nvSpPr>
          <p:cNvPr id="9" name="TextBox 8">
            <a:extLst>
              <a:ext uri="{FF2B5EF4-FFF2-40B4-BE49-F238E27FC236}">
                <a16:creationId xmlns:a16="http://schemas.microsoft.com/office/drawing/2014/main" id="{286AA4B0-8FFB-C648-B526-7392755344E1}"/>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11" name="Picture 6">
            <a:extLst>
              <a:ext uri="{FF2B5EF4-FFF2-40B4-BE49-F238E27FC236}">
                <a16:creationId xmlns:a16="http://schemas.microsoft.com/office/drawing/2014/main" id="{FD34AAE6-F846-C94F-BDE8-A548A53C9E64}"/>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34118903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Detail Page + Device Righ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6BD3916-A765-1948-996A-B80FB543928A}"/>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11" name="Picture 6">
            <a:extLst>
              <a:ext uri="{FF2B5EF4-FFF2-40B4-BE49-F238E27FC236}">
                <a16:creationId xmlns:a16="http://schemas.microsoft.com/office/drawing/2014/main" id="{F5972100-5849-7A4C-9DD8-C64CE75DBF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pic>
        <p:nvPicPr>
          <p:cNvPr id="13" name="Picture 12">
            <a:extLst>
              <a:ext uri="{FF2B5EF4-FFF2-40B4-BE49-F238E27FC236}">
                <a16:creationId xmlns:a16="http://schemas.microsoft.com/office/drawing/2014/main" id="{E5EDBDB4-8734-DF4F-8CB5-CEFF359B790F}"/>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115"/>
          <a:stretch/>
        </p:blipFill>
        <p:spPr>
          <a:xfrm>
            <a:off x="3118602" y="635373"/>
            <a:ext cx="6106592" cy="4121786"/>
          </a:xfrm>
          <a:prstGeom prst="rect">
            <a:avLst/>
          </a:prstGeom>
        </p:spPr>
      </p:pic>
      <p:sp>
        <p:nvSpPr>
          <p:cNvPr id="14" name="Picture Placeholder 6">
            <a:extLst>
              <a:ext uri="{FF2B5EF4-FFF2-40B4-BE49-F238E27FC236}">
                <a16:creationId xmlns:a16="http://schemas.microsoft.com/office/drawing/2014/main" id="{64B49326-5B5A-254A-84AE-6418BA9AA569}"/>
              </a:ext>
            </a:extLst>
          </p:cNvPr>
          <p:cNvSpPr>
            <a:spLocks noGrp="1"/>
          </p:cNvSpPr>
          <p:nvPr>
            <p:ph type="pic" sz="quarter" idx="14" hasCustomPrompt="1"/>
          </p:nvPr>
        </p:nvSpPr>
        <p:spPr>
          <a:xfrm>
            <a:off x="4227065" y="1053822"/>
            <a:ext cx="4185328" cy="2645370"/>
          </a:xfrm>
          <a:custGeom>
            <a:avLst/>
            <a:gdLst>
              <a:gd name="connsiteX0" fmla="*/ 0 w 4585821"/>
              <a:gd name="connsiteY0" fmla="*/ 0 h 2914945"/>
              <a:gd name="connsiteX1" fmla="*/ 4585821 w 4585821"/>
              <a:gd name="connsiteY1" fmla="*/ 0 h 2914945"/>
              <a:gd name="connsiteX2" fmla="*/ 4585821 w 4585821"/>
              <a:gd name="connsiteY2" fmla="*/ 2914945 h 2914945"/>
              <a:gd name="connsiteX3" fmla="*/ 0 w 4585821"/>
              <a:gd name="connsiteY3" fmla="*/ 2914945 h 2914945"/>
              <a:gd name="connsiteX4" fmla="*/ 0 w 4585821"/>
              <a:gd name="connsiteY4" fmla="*/ 0 h 2914945"/>
              <a:gd name="connsiteX0" fmla="*/ 37214 w 4585821"/>
              <a:gd name="connsiteY0" fmla="*/ 5316 h 2914945"/>
              <a:gd name="connsiteX1" fmla="*/ 4585821 w 4585821"/>
              <a:gd name="connsiteY1" fmla="*/ 0 h 2914945"/>
              <a:gd name="connsiteX2" fmla="*/ 4585821 w 4585821"/>
              <a:gd name="connsiteY2" fmla="*/ 2914945 h 2914945"/>
              <a:gd name="connsiteX3" fmla="*/ 0 w 4585821"/>
              <a:gd name="connsiteY3" fmla="*/ 2914945 h 2914945"/>
              <a:gd name="connsiteX4" fmla="*/ 37214 w 4585821"/>
              <a:gd name="connsiteY4" fmla="*/ 5316 h 2914945"/>
              <a:gd name="connsiteX0" fmla="*/ 37214 w 4585821"/>
              <a:gd name="connsiteY0" fmla="*/ 0 h 2909629"/>
              <a:gd name="connsiteX1" fmla="*/ 4559239 w 4585821"/>
              <a:gd name="connsiteY1" fmla="*/ 1 h 2909629"/>
              <a:gd name="connsiteX2" fmla="*/ 4585821 w 4585821"/>
              <a:gd name="connsiteY2" fmla="*/ 2909629 h 2909629"/>
              <a:gd name="connsiteX3" fmla="*/ 0 w 4585821"/>
              <a:gd name="connsiteY3" fmla="*/ 2909629 h 2909629"/>
              <a:gd name="connsiteX4" fmla="*/ 37214 w 4585821"/>
              <a:gd name="connsiteY4" fmla="*/ 0 h 2909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5821" h="2909629">
                <a:moveTo>
                  <a:pt x="37214" y="0"/>
                </a:moveTo>
                <a:lnTo>
                  <a:pt x="4559239" y="1"/>
                </a:lnTo>
                <a:lnTo>
                  <a:pt x="4585821" y="2909629"/>
                </a:lnTo>
                <a:lnTo>
                  <a:pt x="0" y="2909629"/>
                </a:lnTo>
                <a:lnTo>
                  <a:pt x="37214" y="0"/>
                </a:lnTo>
                <a:close/>
              </a:path>
            </a:pathLst>
          </a:cu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6" name="Title 1">
            <a:extLst>
              <a:ext uri="{FF2B5EF4-FFF2-40B4-BE49-F238E27FC236}">
                <a16:creationId xmlns:a16="http://schemas.microsoft.com/office/drawing/2014/main" id="{6B5B6962-EBB8-334A-BC5E-BBF020569C93}"/>
              </a:ext>
            </a:extLst>
          </p:cNvPr>
          <p:cNvSpPr>
            <a:spLocks noGrp="1"/>
          </p:cNvSpPr>
          <p:nvPr>
            <p:ph type="title"/>
          </p:nvPr>
        </p:nvSpPr>
        <p:spPr>
          <a:xfrm>
            <a:off x="591341" y="1810452"/>
            <a:ext cx="3009668" cy="960263"/>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7" name="Text Placeholder 2">
            <a:extLst>
              <a:ext uri="{FF2B5EF4-FFF2-40B4-BE49-F238E27FC236}">
                <a16:creationId xmlns:a16="http://schemas.microsoft.com/office/drawing/2014/main" id="{8508AB85-7AC3-174C-972A-E42BB69AB73C}"/>
              </a:ext>
            </a:extLst>
          </p:cNvPr>
          <p:cNvSpPr>
            <a:spLocks noGrp="1"/>
          </p:cNvSpPr>
          <p:nvPr>
            <p:ph type="body" sz="quarter" idx="18"/>
          </p:nvPr>
        </p:nvSpPr>
        <p:spPr>
          <a:xfrm>
            <a:off x="591341" y="2571750"/>
            <a:ext cx="3009668" cy="19896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0356818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etail Page + Device Left">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9CBC7E87-5C60-8EF9-E1C7-4B9453DFD2EA}"/>
              </a:ext>
            </a:extLst>
          </p:cNvPr>
          <p:cNvSpPr/>
          <p:nvPr userDrawn="1"/>
        </p:nvSpPr>
        <p:spPr>
          <a:xfrm flipH="1" flipV="1">
            <a:off x="-185343" y="-15574"/>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rgbClr val="C00000"/>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10" name="Title 1">
            <a:extLst>
              <a:ext uri="{FF2B5EF4-FFF2-40B4-BE49-F238E27FC236}">
                <a16:creationId xmlns:a16="http://schemas.microsoft.com/office/drawing/2014/main" id="{087F2C2F-BBE1-9043-A414-58A22CF02C21}"/>
              </a:ext>
            </a:extLst>
          </p:cNvPr>
          <p:cNvSpPr>
            <a:spLocks noGrp="1"/>
          </p:cNvSpPr>
          <p:nvPr>
            <p:ph type="title"/>
          </p:nvPr>
        </p:nvSpPr>
        <p:spPr>
          <a:xfrm>
            <a:off x="5480824" y="1999286"/>
            <a:ext cx="3157654" cy="960263"/>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pic>
        <p:nvPicPr>
          <p:cNvPr id="12" name="Picture 11">
            <a:extLst>
              <a:ext uri="{FF2B5EF4-FFF2-40B4-BE49-F238E27FC236}">
                <a16:creationId xmlns:a16="http://schemas.microsoft.com/office/drawing/2014/main" id="{EBCFC06F-82A6-1345-B60D-533C10EB2C6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15"/>
          <a:stretch/>
        </p:blipFill>
        <p:spPr>
          <a:xfrm>
            <a:off x="-379219" y="635373"/>
            <a:ext cx="6106592" cy="4121786"/>
          </a:xfrm>
          <a:prstGeom prst="rect">
            <a:avLst/>
          </a:prstGeom>
        </p:spPr>
      </p:pic>
      <p:sp>
        <p:nvSpPr>
          <p:cNvPr id="13" name="Picture Placeholder 6">
            <a:extLst>
              <a:ext uri="{FF2B5EF4-FFF2-40B4-BE49-F238E27FC236}">
                <a16:creationId xmlns:a16="http://schemas.microsoft.com/office/drawing/2014/main" id="{0A92B905-9DA2-2E4C-875E-4421AD880B16}"/>
              </a:ext>
            </a:extLst>
          </p:cNvPr>
          <p:cNvSpPr>
            <a:spLocks noGrp="1"/>
          </p:cNvSpPr>
          <p:nvPr>
            <p:ph type="pic" sz="quarter" idx="14" hasCustomPrompt="1"/>
          </p:nvPr>
        </p:nvSpPr>
        <p:spPr>
          <a:xfrm>
            <a:off x="729244" y="1053822"/>
            <a:ext cx="4185328" cy="2645370"/>
          </a:xfrm>
          <a:custGeom>
            <a:avLst/>
            <a:gdLst>
              <a:gd name="connsiteX0" fmla="*/ 0 w 4585821"/>
              <a:gd name="connsiteY0" fmla="*/ 0 h 2914945"/>
              <a:gd name="connsiteX1" fmla="*/ 4585821 w 4585821"/>
              <a:gd name="connsiteY1" fmla="*/ 0 h 2914945"/>
              <a:gd name="connsiteX2" fmla="*/ 4585821 w 4585821"/>
              <a:gd name="connsiteY2" fmla="*/ 2914945 h 2914945"/>
              <a:gd name="connsiteX3" fmla="*/ 0 w 4585821"/>
              <a:gd name="connsiteY3" fmla="*/ 2914945 h 2914945"/>
              <a:gd name="connsiteX4" fmla="*/ 0 w 4585821"/>
              <a:gd name="connsiteY4" fmla="*/ 0 h 2914945"/>
              <a:gd name="connsiteX0" fmla="*/ 37214 w 4585821"/>
              <a:gd name="connsiteY0" fmla="*/ 5316 h 2914945"/>
              <a:gd name="connsiteX1" fmla="*/ 4585821 w 4585821"/>
              <a:gd name="connsiteY1" fmla="*/ 0 h 2914945"/>
              <a:gd name="connsiteX2" fmla="*/ 4585821 w 4585821"/>
              <a:gd name="connsiteY2" fmla="*/ 2914945 h 2914945"/>
              <a:gd name="connsiteX3" fmla="*/ 0 w 4585821"/>
              <a:gd name="connsiteY3" fmla="*/ 2914945 h 2914945"/>
              <a:gd name="connsiteX4" fmla="*/ 37214 w 4585821"/>
              <a:gd name="connsiteY4" fmla="*/ 5316 h 2914945"/>
              <a:gd name="connsiteX0" fmla="*/ 37214 w 4585821"/>
              <a:gd name="connsiteY0" fmla="*/ 0 h 2909629"/>
              <a:gd name="connsiteX1" fmla="*/ 4559239 w 4585821"/>
              <a:gd name="connsiteY1" fmla="*/ 1 h 2909629"/>
              <a:gd name="connsiteX2" fmla="*/ 4585821 w 4585821"/>
              <a:gd name="connsiteY2" fmla="*/ 2909629 h 2909629"/>
              <a:gd name="connsiteX3" fmla="*/ 0 w 4585821"/>
              <a:gd name="connsiteY3" fmla="*/ 2909629 h 2909629"/>
              <a:gd name="connsiteX4" fmla="*/ 37214 w 4585821"/>
              <a:gd name="connsiteY4" fmla="*/ 0 h 2909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5821" h="2909629">
                <a:moveTo>
                  <a:pt x="37214" y="0"/>
                </a:moveTo>
                <a:lnTo>
                  <a:pt x="4559239" y="1"/>
                </a:lnTo>
                <a:lnTo>
                  <a:pt x="4585821" y="2909629"/>
                </a:lnTo>
                <a:lnTo>
                  <a:pt x="0" y="2909629"/>
                </a:lnTo>
                <a:lnTo>
                  <a:pt x="37214" y="0"/>
                </a:lnTo>
                <a:close/>
              </a:path>
            </a:pathLst>
          </a:cu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6" name="Text Placeholder 2">
            <a:extLst>
              <a:ext uri="{FF2B5EF4-FFF2-40B4-BE49-F238E27FC236}">
                <a16:creationId xmlns:a16="http://schemas.microsoft.com/office/drawing/2014/main" id="{83EC3100-88BE-A947-84DF-4911FDE9932E}"/>
              </a:ext>
            </a:extLst>
          </p:cNvPr>
          <p:cNvSpPr>
            <a:spLocks noGrp="1"/>
          </p:cNvSpPr>
          <p:nvPr>
            <p:ph type="body" sz="quarter" idx="18"/>
          </p:nvPr>
        </p:nvSpPr>
        <p:spPr>
          <a:xfrm>
            <a:off x="5491140" y="2860066"/>
            <a:ext cx="3157654" cy="198965"/>
          </a:xfrm>
          <a:prstGeom prst="rect">
            <a:avLst/>
          </a:prstGeom>
        </p:spPr>
        <p:txBody>
          <a:bodyPr/>
          <a:lstStyle/>
          <a:p>
            <a:pPr lvl="0"/>
            <a:r>
              <a:rPr lang="en-US"/>
              <a:t>Click to edit Master text styles</a:t>
            </a:r>
          </a:p>
        </p:txBody>
      </p:sp>
      <p:sp>
        <p:nvSpPr>
          <p:cNvPr id="9" name="TextBox 8">
            <a:extLst>
              <a:ext uri="{FF2B5EF4-FFF2-40B4-BE49-F238E27FC236}">
                <a16:creationId xmlns:a16="http://schemas.microsoft.com/office/drawing/2014/main" id="{286AA4B0-8FFB-C648-B526-7392755344E1}"/>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11" name="Picture 6">
            <a:extLst>
              <a:ext uri="{FF2B5EF4-FFF2-40B4-BE49-F238E27FC236}">
                <a16:creationId xmlns:a16="http://schemas.microsoft.com/office/drawing/2014/main" id="{FD34AAE6-F846-C94F-BDE8-A548A53C9E64}"/>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5329055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Detail Page + Device Lef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87F2C2F-BBE1-9043-A414-58A22CF02C21}"/>
              </a:ext>
            </a:extLst>
          </p:cNvPr>
          <p:cNvSpPr>
            <a:spLocks noGrp="1"/>
          </p:cNvSpPr>
          <p:nvPr>
            <p:ph type="title"/>
          </p:nvPr>
        </p:nvSpPr>
        <p:spPr>
          <a:xfrm>
            <a:off x="5480824" y="1999286"/>
            <a:ext cx="3157654" cy="960263"/>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pic>
        <p:nvPicPr>
          <p:cNvPr id="12" name="Picture 11">
            <a:extLst>
              <a:ext uri="{FF2B5EF4-FFF2-40B4-BE49-F238E27FC236}">
                <a16:creationId xmlns:a16="http://schemas.microsoft.com/office/drawing/2014/main" id="{EBCFC06F-82A6-1345-B60D-533C10EB2C6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15"/>
          <a:stretch/>
        </p:blipFill>
        <p:spPr>
          <a:xfrm>
            <a:off x="-379219" y="635373"/>
            <a:ext cx="6106592" cy="4121786"/>
          </a:xfrm>
          <a:prstGeom prst="rect">
            <a:avLst/>
          </a:prstGeom>
        </p:spPr>
      </p:pic>
      <p:sp>
        <p:nvSpPr>
          <p:cNvPr id="13" name="Picture Placeholder 6">
            <a:extLst>
              <a:ext uri="{FF2B5EF4-FFF2-40B4-BE49-F238E27FC236}">
                <a16:creationId xmlns:a16="http://schemas.microsoft.com/office/drawing/2014/main" id="{0A92B905-9DA2-2E4C-875E-4421AD880B16}"/>
              </a:ext>
            </a:extLst>
          </p:cNvPr>
          <p:cNvSpPr>
            <a:spLocks noGrp="1"/>
          </p:cNvSpPr>
          <p:nvPr>
            <p:ph type="pic" sz="quarter" idx="14" hasCustomPrompt="1"/>
          </p:nvPr>
        </p:nvSpPr>
        <p:spPr>
          <a:xfrm>
            <a:off x="729244" y="1053822"/>
            <a:ext cx="4185328" cy="2645370"/>
          </a:xfrm>
          <a:custGeom>
            <a:avLst/>
            <a:gdLst>
              <a:gd name="connsiteX0" fmla="*/ 0 w 4585821"/>
              <a:gd name="connsiteY0" fmla="*/ 0 h 2914945"/>
              <a:gd name="connsiteX1" fmla="*/ 4585821 w 4585821"/>
              <a:gd name="connsiteY1" fmla="*/ 0 h 2914945"/>
              <a:gd name="connsiteX2" fmla="*/ 4585821 w 4585821"/>
              <a:gd name="connsiteY2" fmla="*/ 2914945 h 2914945"/>
              <a:gd name="connsiteX3" fmla="*/ 0 w 4585821"/>
              <a:gd name="connsiteY3" fmla="*/ 2914945 h 2914945"/>
              <a:gd name="connsiteX4" fmla="*/ 0 w 4585821"/>
              <a:gd name="connsiteY4" fmla="*/ 0 h 2914945"/>
              <a:gd name="connsiteX0" fmla="*/ 37214 w 4585821"/>
              <a:gd name="connsiteY0" fmla="*/ 5316 h 2914945"/>
              <a:gd name="connsiteX1" fmla="*/ 4585821 w 4585821"/>
              <a:gd name="connsiteY1" fmla="*/ 0 h 2914945"/>
              <a:gd name="connsiteX2" fmla="*/ 4585821 w 4585821"/>
              <a:gd name="connsiteY2" fmla="*/ 2914945 h 2914945"/>
              <a:gd name="connsiteX3" fmla="*/ 0 w 4585821"/>
              <a:gd name="connsiteY3" fmla="*/ 2914945 h 2914945"/>
              <a:gd name="connsiteX4" fmla="*/ 37214 w 4585821"/>
              <a:gd name="connsiteY4" fmla="*/ 5316 h 2914945"/>
              <a:gd name="connsiteX0" fmla="*/ 37214 w 4585821"/>
              <a:gd name="connsiteY0" fmla="*/ 0 h 2909629"/>
              <a:gd name="connsiteX1" fmla="*/ 4559239 w 4585821"/>
              <a:gd name="connsiteY1" fmla="*/ 1 h 2909629"/>
              <a:gd name="connsiteX2" fmla="*/ 4585821 w 4585821"/>
              <a:gd name="connsiteY2" fmla="*/ 2909629 h 2909629"/>
              <a:gd name="connsiteX3" fmla="*/ 0 w 4585821"/>
              <a:gd name="connsiteY3" fmla="*/ 2909629 h 2909629"/>
              <a:gd name="connsiteX4" fmla="*/ 37214 w 4585821"/>
              <a:gd name="connsiteY4" fmla="*/ 0 h 2909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5821" h="2909629">
                <a:moveTo>
                  <a:pt x="37214" y="0"/>
                </a:moveTo>
                <a:lnTo>
                  <a:pt x="4559239" y="1"/>
                </a:lnTo>
                <a:lnTo>
                  <a:pt x="4585821" y="2909629"/>
                </a:lnTo>
                <a:lnTo>
                  <a:pt x="0" y="2909629"/>
                </a:lnTo>
                <a:lnTo>
                  <a:pt x="37214" y="0"/>
                </a:lnTo>
                <a:close/>
              </a:path>
            </a:pathLst>
          </a:cu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6" name="Text Placeholder 2">
            <a:extLst>
              <a:ext uri="{FF2B5EF4-FFF2-40B4-BE49-F238E27FC236}">
                <a16:creationId xmlns:a16="http://schemas.microsoft.com/office/drawing/2014/main" id="{83EC3100-88BE-A947-84DF-4911FDE9932E}"/>
              </a:ext>
            </a:extLst>
          </p:cNvPr>
          <p:cNvSpPr>
            <a:spLocks noGrp="1"/>
          </p:cNvSpPr>
          <p:nvPr>
            <p:ph type="body" sz="quarter" idx="18"/>
          </p:nvPr>
        </p:nvSpPr>
        <p:spPr>
          <a:xfrm>
            <a:off x="5491140" y="2860066"/>
            <a:ext cx="3157654" cy="198965"/>
          </a:xfrm>
          <a:prstGeom prst="rect">
            <a:avLst/>
          </a:prstGeom>
        </p:spPr>
        <p:txBody>
          <a:bodyPr/>
          <a:lstStyle/>
          <a:p>
            <a:pPr lvl="0"/>
            <a:r>
              <a:rPr lang="en-US"/>
              <a:t>Click to edit Master text styles</a:t>
            </a:r>
          </a:p>
        </p:txBody>
      </p:sp>
      <p:sp>
        <p:nvSpPr>
          <p:cNvPr id="9" name="TextBox 8">
            <a:extLst>
              <a:ext uri="{FF2B5EF4-FFF2-40B4-BE49-F238E27FC236}">
                <a16:creationId xmlns:a16="http://schemas.microsoft.com/office/drawing/2014/main" id="{286AA4B0-8FFB-C648-B526-7392755344E1}"/>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11" name="Picture 6">
            <a:extLst>
              <a:ext uri="{FF2B5EF4-FFF2-40B4-BE49-F238E27FC236}">
                <a16:creationId xmlns:a16="http://schemas.microsoft.com/office/drawing/2014/main" id="{FD34AAE6-F846-C94F-BDE8-A548A53C9E64}"/>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972095" y="4781526"/>
            <a:ext cx="762000" cy="264160"/>
          </a:xfrm>
          <a:prstGeom prst="rect">
            <a:avLst/>
          </a:prstGeom>
        </p:spPr>
      </p:pic>
    </p:spTree>
    <p:extLst>
      <p:ext uri="{BB962C8B-B14F-4D97-AF65-F5344CB8AC3E}">
        <p14:creationId xmlns:p14="http://schemas.microsoft.com/office/powerpoint/2010/main" val="5909768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etail Page + Device Right">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AB1FA0C-9E09-0C2A-5CCA-9AEBCA579ADA}"/>
              </a:ext>
            </a:extLst>
          </p:cNvPr>
          <p:cNvSpPr/>
          <p:nvPr userDrawn="1"/>
        </p:nvSpPr>
        <p:spPr>
          <a:xfrm rot="10800000" flipH="1" flipV="1">
            <a:off x="5449259" y="-6430"/>
            <a:ext cx="3702624" cy="5162551"/>
          </a:xfrm>
          <a:custGeom>
            <a:avLst/>
            <a:gdLst>
              <a:gd name="connsiteX0" fmla="*/ 7171 w 21600"/>
              <a:gd name="connsiteY0" fmla="*/ 0 h 21632"/>
              <a:gd name="connsiteX1" fmla="*/ 0 w 21600"/>
              <a:gd name="connsiteY1" fmla="*/ 21632 h 21632"/>
              <a:gd name="connsiteX2" fmla="*/ 16839 w 21600"/>
              <a:gd name="connsiteY2" fmla="*/ 21632 h 21632"/>
              <a:gd name="connsiteX3" fmla="*/ 21600 w 21600"/>
              <a:gd name="connsiteY3" fmla="*/ 32 h 21632"/>
              <a:gd name="connsiteX4" fmla="*/ 7171 w 21600"/>
              <a:gd name="connsiteY4" fmla="*/ 0 h 21632"/>
              <a:gd name="connsiteX0" fmla="*/ 4246 w 18675"/>
              <a:gd name="connsiteY0" fmla="*/ 0 h 21632"/>
              <a:gd name="connsiteX1" fmla="*/ 0 w 18675"/>
              <a:gd name="connsiteY1" fmla="*/ 21600 h 21632"/>
              <a:gd name="connsiteX2" fmla="*/ 13914 w 18675"/>
              <a:gd name="connsiteY2" fmla="*/ 21632 h 21632"/>
              <a:gd name="connsiteX3" fmla="*/ 18675 w 18675"/>
              <a:gd name="connsiteY3" fmla="*/ 32 h 21632"/>
              <a:gd name="connsiteX4" fmla="*/ 4246 w 18675"/>
              <a:gd name="connsiteY4" fmla="*/ 0 h 21632"/>
              <a:gd name="connsiteX0" fmla="*/ 4490 w 18675"/>
              <a:gd name="connsiteY0" fmla="*/ 0 h 21600"/>
              <a:gd name="connsiteX1" fmla="*/ 0 w 18675"/>
              <a:gd name="connsiteY1" fmla="*/ 21568 h 21600"/>
              <a:gd name="connsiteX2" fmla="*/ 13914 w 18675"/>
              <a:gd name="connsiteY2" fmla="*/ 21600 h 21600"/>
              <a:gd name="connsiteX3" fmla="*/ 18675 w 18675"/>
              <a:gd name="connsiteY3" fmla="*/ 0 h 21600"/>
              <a:gd name="connsiteX4" fmla="*/ 4490 w 18675"/>
              <a:gd name="connsiteY4" fmla="*/ 0 h 21600"/>
              <a:gd name="connsiteX0" fmla="*/ 5099 w 18675"/>
              <a:gd name="connsiteY0" fmla="*/ 40 h 21600"/>
              <a:gd name="connsiteX1" fmla="*/ 0 w 18675"/>
              <a:gd name="connsiteY1" fmla="*/ 21568 h 21600"/>
              <a:gd name="connsiteX2" fmla="*/ 13914 w 18675"/>
              <a:gd name="connsiteY2" fmla="*/ 21600 h 21600"/>
              <a:gd name="connsiteX3" fmla="*/ 18675 w 18675"/>
              <a:gd name="connsiteY3" fmla="*/ 0 h 21600"/>
              <a:gd name="connsiteX4" fmla="*/ 5099 w 18675"/>
              <a:gd name="connsiteY4" fmla="*/ 40 h 21600"/>
              <a:gd name="connsiteX0" fmla="*/ 5201 w 18675"/>
              <a:gd name="connsiteY0" fmla="*/ 0 h 21680"/>
              <a:gd name="connsiteX1" fmla="*/ 0 w 18675"/>
              <a:gd name="connsiteY1" fmla="*/ 21648 h 21680"/>
              <a:gd name="connsiteX2" fmla="*/ 13914 w 18675"/>
              <a:gd name="connsiteY2" fmla="*/ 21680 h 21680"/>
              <a:gd name="connsiteX3" fmla="*/ 18675 w 18675"/>
              <a:gd name="connsiteY3" fmla="*/ 80 h 21680"/>
              <a:gd name="connsiteX4" fmla="*/ 5201 w 18675"/>
              <a:gd name="connsiteY4" fmla="*/ 0 h 21680"/>
              <a:gd name="connsiteX0" fmla="*/ 5201 w 13914"/>
              <a:gd name="connsiteY0" fmla="*/ 9 h 21689"/>
              <a:gd name="connsiteX1" fmla="*/ 0 w 13914"/>
              <a:gd name="connsiteY1" fmla="*/ 21657 h 21689"/>
              <a:gd name="connsiteX2" fmla="*/ 13914 w 13914"/>
              <a:gd name="connsiteY2" fmla="*/ 21689 h 21689"/>
              <a:gd name="connsiteX3" fmla="*/ 13026 w 13914"/>
              <a:gd name="connsiteY3" fmla="*/ 0 h 21689"/>
              <a:gd name="connsiteX4" fmla="*/ 5201 w 13914"/>
              <a:gd name="connsiteY4" fmla="*/ 9 h 21689"/>
              <a:gd name="connsiteX0" fmla="*/ 5201 w 13026"/>
              <a:gd name="connsiteY0" fmla="*/ 9 h 21689"/>
              <a:gd name="connsiteX1" fmla="*/ 0 w 13026"/>
              <a:gd name="connsiteY1" fmla="*/ 21657 h 21689"/>
              <a:gd name="connsiteX2" fmla="*/ 12889 w 13026"/>
              <a:gd name="connsiteY2" fmla="*/ 21689 h 21689"/>
              <a:gd name="connsiteX3" fmla="*/ 13026 w 13026"/>
              <a:gd name="connsiteY3" fmla="*/ 0 h 21689"/>
              <a:gd name="connsiteX4" fmla="*/ 5201 w 13026"/>
              <a:gd name="connsiteY4" fmla="*/ 9 h 21689"/>
              <a:gd name="connsiteX0" fmla="*/ 5333 w 13026"/>
              <a:gd name="connsiteY0" fmla="*/ 0 h 21742"/>
              <a:gd name="connsiteX1" fmla="*/ 0 w 13026"/>
              <a:gd name="connsiteY1" fmla="*/ 21710 h 21742"/>
              <a:gd name="connsiteX2" fmla="*/ 12889 w 13026"/>
              <a:gd name="connsiteY2" fmla="*/ 21742 h 21742"/>
              <a:gd name="connsiteX3" fmla="*/ 13026 w 13026"/>
              <a:gd name="connsiteY3" fmla="*/ 53 h 21742"/>
              <a:gd name="connsiteX4" fmla="*/ 5333 w 13026"/>
              <a:gd name="connsiteY4" fmla="*/ 0 h 21742"/>
              <a:gd name="connsiteX0" fmla="*/ 4990 w 12683"/>
              <a:gd name="connsiteY0" fmla="*/ 0 h 21742"/>
              <a:gd name="connsiteX1" fmla="*/ 0 w 12683"/>
              <a:gd name="connsiteY1" fmla="*/ 21679 h 21742"/>
              <a:gd name="connsiteX2" fmla="*/ 12546 w 12683"/>
              <a:gd name="connsiteY2" fmla="*/ 21742 h 21742"/>
              <a:gd name="connsiteX3" fmla="*/ 12683 w 12683"/>
              <a:gd name="connsiteY3" fmla="*/ 53 h 21742"/>
              <a:gd name="connsiteX4" fmla="*/ 4990 w 12683"/>
              <a:gd name="connsiteY4" fmla="*/ 0 h 21742"/>
              <a:gd name="connsiteX0" fmla="*/ 5333 w 13026"/>
              <a:gd name="connsiteY0" fmla="*/ 0 h 21742"/>
              <a:gd name="connsiteX1" fmla="*/ 0 w 13026"/>
              <a:gd name="connsiteY1" fmla="*/ 21648 h 21742"/>
              <a:gd name="connsiteX2" fmla="*/ 12889 w 13026"/>
              <a:gd name="connsiteY2" fmla="*/ 21742 h 21742"/>
              <a:gd name="connsiteX3" fmla="*/ 13026 w 13026"/>
              <a:gd name="connsiteY3" fmla="*/ 53 h 21742"/>
              <a:gd name="connsiteX4" fmla="*/ 5333 w 13026"/>
              <a:gd name="connsiteY4" fmla="*/ 0 h 21742"/>
              <a:gd name="connsiteX0" fmla="*/ 5333 w 13105"/>
              <a:gd name="connsiteY0" fmla="*/ 0 h 21742"/>
              <a:gd name="connsiteX1" fmla="*/ 0 w 13105"/>
              <a:gd name="connsiteY1" fmla="*/ 21648 h 21742"/>
              <a:gd name="connsiteX2" fmla="*/ 12889 w 13105"/>
              <a:gd name="connsiteY2" fmla="*/ 21742 h 21742"/>
              <a:gd name="connsiteX3" fmla="*/ 13105 w 13105"/>
              <a:gd name="connsiteY3" fmla="*/ 147 h 21742"/>
              <a:gd name="connsiteX4" fmla="*/ 5333 w 13105"/>
              <a:gd name="connsiteY4" fmla="*/ 0 h 21742"/>
              <a:gd name="connsiteX0" fmla="*/ 5333 w 13105"/>
              <a:gd name="connsiteY0" fmla="*/ 0 h 21648"/>
              <a:gd name="connsiteX1" fmla="*/ 0 w 13105"/>
              <a:gd name="connsiteY1" fmla="*/ 21648 h 21648"/>
              <a:gd name="connsiteX2" fmla="*/ 12810 w 13105"/>
              <a:gd name="connsiteY2" fmla="*/ 21367 h 21648"/>
              <a:gd name="connsiteX3" fmla="*/ 13105 w 13105"/>
              <a:gd name="connsiteY3" fmla="*/ 147 h 21648"/>
              <a:gd name="connsiteX4" fmla="*/ 5333 w 13105"/>
              <a:gd name="connsiteY4" fmla="*/ 0 h 21648"/>
              <a:gd name="connsiteX0" fmla="*/ 5333 w 13114"/>
              <a:gd name="connsiteY0" fmla="*/ 0 h 21648"/>
              <a:gd name="connsiteX1" fmla="*/ 0 w 13114"/>
              <a:gd name="connsiteY1" fmla="*/ 21648 h 21648"/>
              <a:gd name="connsiteX2" fmla="*/ 13101 w 13114"/>
              <a:gd name="connsiteY2" fmla="*/ 21586 h 21648"/>
              <a:gd name="connsiteX3" fmla="*/ 13105 w 13114"/>
              <a:gd name="connsiteY3" fmla="*/ 147 h 21648"/>
              <a:gd name="connsiteX4" fmla="*/ 5333 w 13114"/>
              <a:gd name="connsiteY4" fmla="*/ 0 h 21648"/>
              <a:gd name="connsiteX0" fmla="*/ 5333 w 13105"/>
              <a:gd name="connsiteY0" fmla="*/ 0 h 21648"/>
              <a:gd name="connsiteX1" fmla="*/ 0 w 13105"/>
              <a:gd name="connsiteY1" fmla="*/ 21648 h 21648"/>
              <a:gd name="connsiteX2" fmla="*/ 12837 w 13105"/>
              <a:gd name="connsiteY2" fmla="*/ 21305 h 21648"/>
              <a:gd name="connsiteX3" fmla="*/ 13105 w 13105"/>
              <a:gd name="connsiteY3" fmla="*/ 147 h 21648"/>
              <a:gd name="connsiteX4" fmla="*/ 5333 w 13105"/>
              <a:gd name="connsiteY4" fmla="*/ 0 h 21648"/>
              <a:gd name="connsiteX0" fmla="*/ 5333 w 13114"/>
              <a:gd name="connsiteY0" fmla="*/ 0 h 21680"/>
              <a:gd name="connsiteX1" fmla="*/ 0 w 13114"/>
              <a:gd name="connsiteY1" fmla="*/ 21648 h 21680"/>
              <a:gd name="connsiteX2" fmla="*/ 13101 w 13114"/>
              <a:gd name="connsiteY2" fmla="*/ 21680 h 21680"/>
              <a:gd name="connsiteX3" fmla="*/ 13105 w 13114"/>
              <a:gd name="connsiteY3" fmla="*/ 147 h 21680"/>
              <a:gd name="connsiteX4" fmla="*/ 5333 w 13114"/>
              <a:gd name="connsiteY4" fmla="*/ 0 h 21680"/>
              <a:gd name="connsiteX0" fmla="*/ 5333 w 13103"/>
              <a:gd name="connsiteY0" fmla="*/ 0 h 21680"/>
              <a:gd name="connsiteX1" fmla="*/ 0 w 13103"/>
              <a:gd name="connsiteY1" fmla="*/ 21648 h 21680"/>
              <a:gd name="connsiteX2" fmla="*/ 13101 w 13103"/>
              <a:gd name="connsiteY2" fmla="*/ 21680 h 21680"/>
              <a:gd name="connsiteX3" fmla="*/ 12682 w 13103"/>
              <a:gd name="connsiteY3" fmla="*/ 366 h 21680"/>
              <a:gd name="connsiteX4" fmla="*/ 5333 w 13103"/>
              <a:gd name="connsiteY4" fmla="*/ 0 h 21680"/>
              <a:gd name="connsiteX0" fmla="*/ 5333 w 13158"/>
              <a:gd name="connsiteY0" fmla="*/ 0 h 21680"/>
              <a:gd name="connsiteX1" fmla="*/ 0 w 13158"/>
              <a:gd name="connsiteY1" fmla="*/ 21648 h 21680"/>
              <a:gd name="connsiteX2" fmla="*/ 13101 w 13158"/>
              <a:gd name="connsiteY2" fmla="*/ 21680 h 21680"/>
              <a:gd name="connsiteX3" fmla="*/ 13158 w 13158"/>
              <a:gd name="connsiteY3" fmla="*/ 23 h 21680"/>
              <a:gd name="connsiteX4" fmla="*/ 5333 w 13158"/>
              <a:gd name="connsiteY4" fmla="*/ 0 h 2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 h="21680" extrusionOk="0">
                <a:moveTo>
                  <a:pt x="5333" y="0"/>
                </a:moveTo>
                <a:lnTo>
                  <a:pt x="0" y="21648"/>
                </a:lnTo>
                <a:lnTo>
                  <a:pt x="13101" y="21680"/>
                </a:lnTo>
                <a:cubicBezTo>
                  <a:pt x="13147" y="14450"/>
                  <a:pt x="13112" y="7253"/>
                  <a:pt x="13158" y="23"/>
                </a:cubicBezTo>
                <a:lnTo>
                  <a:pt x="5333" y="0"/>
                </a:lnTo>
                <a:close/>
              </a:path>
            </a:pathLst>
          </a:custGeom>
          <a:solidFill>
            <a:srgbClr val="C00000"/>
          </a:solidFill>
          <a:ln w="12700">
            <a:miter lim="400000"/>
          </a:ln>
        </p:spPr>
        <p:txBody>
          <a:bodyPr lIns="38100" tIns="38100" rIns="38100" bIns="38100"/>
          <a:lstStyle/>
          <a:p>
            <a:pPr marL="0" marR="0" lvl="0" indent="0" algn="ctr" defTabSz="685800" rtl="0" eaLnBrk="1" fontAlgn="auto" latinLnBrk="0" hangingPunct="1">
              <a:lnSpc>
                <a:spcPct val="100000"/>
              </a:lnSpc>
              <a:spcBef>
                <a:spcPts val="0"/>
              </a:spcBef>
              <a:spcAft>
                <a:spcPts val="800"/>
              </a:spcAft>
              <a:buClr>
                <a:srgbClr val="CC1F20"/>
              </a:buClr>
              <a:buSzPct val="90000"/>
              <a:buFont typeface="Lato Light" panose="020B0604020202020204" pitchFamily="34" charset="0"/>
              <a:buNone/>
              <a:tabLst/>
              <a:defRPr sz="3200" spc="0">
                <a:solidFill>
                  <a:srgbClr val="FFFFFF"/>
                </a:solidFill>
                <a:latin typeface="Helvetica Neue Medium"/>
                <a:ea typeface="Helvetica Neue Medium"/>
                <a:cs typeface="Helvetica Neue Medium"/>
                <a:sym typeface="Helvetica Neue Medium"/>
              </a:defRPr>
            </a:pPr>
            <a:endParaRPr kumimoji="0" sz="2400" b="0" i="0" u="none" strike="noStrike" kern="1200" cap="none" spc="0" normalizeH="0" baseline="0" noProof="0">
              <a:ln>
                <a:noFill/>
              </a:ln>
              <a:solidFill>
                <a:srgbClr val="FFFFFF"/>
              </a:solidFill>
              <a:effectLst/>
              <a:uLnTx/>
              <a:uFillTx/>
              <a:latin typeface="Lato" panose="020F0502020204030203" pitchFamily="34" charset="0"/>
              <a:sym typeface="Helvetica Neue Medium"/>
            </a:endParaRPr>
          </a:p>
        </p:txBody>
      </p:sp>
      <p:sp>
        <p:nvSpPr>
          <p:cNvPr id="10" name="TextBox 9">
            <a:extLst>
              <a:ext uri="{FF2B5EF4-FFF2-40B4-BE49-F238E27FC236}">
                <a16:creationId xmlns:a16="http://schemas.microsoft.com/office/drawing/2014/main" id="{96BD3916-A765-1948-996A-B80FB543928A}"/>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11" name="Picture 6">
            <a:extLst>
              <a:ext uri="{FF2B5EF4-FFF2-40B4-BE49-F238E27FC236}">
                <a16:creationId xmlns:a16="http://schemas.microsoft.com/office/drawing/2014/main" id="{F5972100-5849-7A4C-9DD8-C64CE75DBF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pic>
        <p:nvPicPr>
          <p:cNvPr id="13" name="Picture 12">
            <a:extLst>
              <a:ext uri="{FF2B5EF4-FFF2-40B4-BE49-F238E27FC236}">
                <a16:creationId xmlns:a16="http://schemas.microsoft.com/office/drawing/2014/main" id="{E5EDBDB4-8734-DF4F-8CB5-CEFF359B790F}"/>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115"/>
          <a:stretch/>
        </p:blipFill>
        <p:spPr>
          <a:xfrm>
            <a:off x="3118602" y="635373"/>
            <a:ext cx="6106592" cy="4121786"/>
          </a:xfrm>
          <a:prstGeom prst="rect">
            <a:avLst/>
          </a:prstGeom>
        </p:spPr>
      </p:pic>
      <p:sp>
        <p:nvSpPr>
          <p:cNvPr id="14" name="Picture Placeholder 6">
            <a:extLst>
              <a:ext uri="{FF2B5EF4-FFF2-40B4-BE49-F238E27FC236}">
                <a16:creationId xmlns:a16="http://schemas.microsoft.com/office/drawing/2014/main" id="{64B49326-5B5A-254A-84AE-6418BA9AA569}"/>
              </a:ext>
            </a:extLst>
          </p:cNvPr>
          <p:cNvSpPr>
            <a:spLocks noGrp="1"/>
          </p:cNvSpPr>
          <p:nvPr>
            <p:ph type="pic" sz="quarter" idx="14" hasCustomPrompt="1"/>
          </p:nvPr>
        </p:nvSpPr>
        <p:spPr>
          <a:xfrm>
            <a:off x="4227065" y="1053822"/>
            <a:ext cx="4185328" cy="2645370"/>
          </a:xfrm>
          <a:custGeom>
            <a:avLst/>
            <a:gdLst>
              <a:gd name="connsiteX0" fmla="*/ 0 w 4585821"/>
              <a:gd name="connsiteY0" fmla="*/ 0 h 2914945"/>
              <a:gd name="connsiteX1" fmla="*/ 4585821 w 4585821"/>
              <a:gd name="connsiteY1" fmla="*/ 0 h 2914945"/>
              <a:gd name="connsiteX2" fmla="*/ 4585821 w 4585821"/>
              <a:gd name="connsiteY2" fmla="*/ 2914945 h 2914945"/>
              <a:gd name="connsiteX3" fmla="*/ 0 w 4585821"/>
              <a:gd name="connsiteY3" fmla="*/ 2914945 h 2914945"/>
              <a:gd name="connsiteX4" fmla="*/ 0 w 4585821"/>
              <a:gd name="connsiteY4" fmla="*/ 0 h 2914945"/>
              <a:gd name="connsiteX0" fmla="*/ 37214 w 4585821"/>
              <a:gd name="connsiteY0" fmla="*/ 5316 h 2914945"/>
              <a:gd name="connsiteX1" fmla="*/ 4585821 w 4585821"/>
              <a:gd name="connsiteY1" fmla="*/ 0 h 2914945"/>
              <a:gd name="connsiteX2" fmla="*/ 4585821 w 4585821"/>
              <a:gd name="connsiteY2" fmla="*/ 2914945 h 2914945"/>
              <a:gd name="connsiteX3" fmla="*/ 0 w 4585821"/>
              <a:gd name="connsiteY3" fmla="*/ 2914945 h 2914945"/>
              <a:gd name="connsiteX4" fmla="*/ 37214 w 4585821"/>
              <a:gd name="connsiteY4" fmla="*/ 5316 h 2914945"/>
              <a:gd name="connsiteX0" fmla="*/ 37214 w 4585821"/>
              <a:gd name="connsiteY0" fmla="*/ 0 h 2909629"/>
              <a:gd name="connsiteX1" fmla="*/ 4559239 w 4585821"/>
              <a:gd name="connsiteY1" fmla="*/ 1 h 2909629"/>
              <a:gd name="connsiteX2" fmla="*/ 4585821 w 4585821"/>
              <a:gd name="connsiteY2" fmla="*/ 2909629 h 2909629"/>
              <a:gd name="connsiteX3" fmla="*/ 0 w 4585821"/>
              <a:gd name="connsiteY3" fmla="*/ 2909629 h 2909629"/>
              <a:gd name="connsiteX4" fmla="*/ 37214 w 4585821"/>
              <a:gd name="connsiteY4" fmla="*/ 0 h 2909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5821" h="2909629">
                <a:moveTo>
                  <a:pt x="37214" y="0"/>
                </a:moveTo>
                <a:lnTo>
                  <a:pt x="4559239" y="1"/>
                </a:lnTo>
                <a:lnTo>
                  <a:pt x="4585821" y="2909629"/>
                </a:lnTo>
                <a:lnTo>
                  <a:pt x="0" y="2909629"/>
                </a:lnTo>
                <a:lnTo>
                  <a:pt x="37214" y="0"/>
                </a:lnTo>
                <a:close/>
              </a:path>
            </a:pathLst>
          </a:cu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6" name="Title 1">
            <a:extLst>
              <a:ext uri="{FF2B5EF4-FFF2-40B4-BE49-F238E27FC236}">
                <a16:creationId xmlns:a16="http://schemas.microsoft.com/office/drawing/2014/main" id="{6B5B6962-EBB8-334A-BC5E-BBF020569C93}"/>
              </a:ext>
            </a:extLst>
          </p:cNvPr>
          <p:cNvSpPr>
            <a:spLocks noGrp="1"/>
          </p:cNvSpPr>
          <p:nvPr>
            <p:ph type="title"/>
          </p:nvPr>
        </p:nvSpPr>
        <p:spPr>
          <a:xfrm>
            <a:off x="591341" y="1810452"/>
            <a:ext cx="3009668" cy="960263"/>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7" name="Text Placeholder 2">
            <a:extLst>
              <a:ext uri="{FF2B5EF4-FFF2-40B4-BE49-F238E27FC236}">
                <a16:creationId xmlns:a16="http://schemas.microsoft.com/office/drawing/2014/main" id="{8508AB85-7AC3-174C-972A-E42BB69AB73C}"/>
              </a:ext>
            </a:extLst>
          </p:cNvPr>
          <p:cNvSpPr>
            <a:spLocks noGrp="1"/>
          </p:cNvSpPr>
          <p:nvPr>
            <p:ph type="body" sz="quarter" idx="18"/>
          </p:nvPr>
        </p:nvSpPr>
        <p:spPr>
          <a:xfrm>
            <a:off x="591341" y="2571750"/>
            <a:ext cx="3009668" cy="19896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745423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Detail Page + Device Righ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6BD3916-A765-1948-996A-B80FB543928A}"/>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11" name="Picture 6">
            <a:extLst>
              <a:ext uri="{FF2B5EF4-FFF2-40B4-BE49-F238E27FC236}">
                <a16:creationId xmlns:a16="http://schemas.microsoft.com/office/drawing/2014/main" id="{F5972100-5849-7A4C-9DD8-C64CE75DBF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972095" y="4781526"/>
            <a:ext cx="762000" cy="264160"/>
          </a:xfrm>
          <a:prstGeom prst="rect">
            <a:avLst/>
          </a:prstGeom>
        </p:spPr>
      </p:pic>
      <p:pic>
        <p:nvPicPr>
          <p:cNvPr id="13" name="Picture 12">
            <a:extLst>
              <a:ext uri="{FF2B5EF4-FFF2-40B4-BE49-F238E27FC236}">
                <a16:creationId xmlns:a16="http://schemas.microsoft.com/office/drawing/2014/main" id="{E5EDBDB4-8734-DF4F-8CB5-CEFF359B790F}"/>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115"/>
          <a:stretch/>
        </p:blipFill>
        <p:spPr>
          <a:xfrm>
            <a:off x="3118602" y="635373"/>
            <a:ext cx="6106592" cy="4121786"/>
          </a:xfrm>
          <a:prstGeom prst="rect">
            <a:avLst/>
          </a:prstGeom>
        </p:spPr>
      </p:pic>
      <p:sp>
        <p:nvSpPr>
          <p:cNvPr id="14" name="Picture Placeholder 6">
            <a:extLst>
              <a:ext uri="{FF2B5EF4-FFF2-40B4-BE49-F238E27FC236}">
                <a16:creationId xmlns:a16="http://schemas.microsoft.com/office/drawing/2014/main" id="{64B49326-5B5A-254A-84AE-6418BA9AA569}"/>
              </a:ext>
            </a:extLst>
          </p:cNvPr>
          <p:cNvSpPr>
            <a:spLocks noGrp="1"/>
          </p:cNvSpPr>
          <p:nvPr>
            <p:ph type="pic" sz="quarter" idx="14" hasCustomPrompt="1"/>
          </p:nvPr>
        </p:nvSpPr>
        <p:spPr>
          <a:xfrm>
            <a:off x="4227065" y="1053822"/>
            <a:ext cx="4185328" cy="2645370"/>
          </a:xfrm>
          <a:custGeom>
            <a:avLst/>
            <a:gdLst>
              <a:gd name="connsiteX0" fmla="*/ 0 w 4585821"/>
              <a:gd name="connsiteY0" fmla="*/ 0 h 2914945"/>
              <a:gd name="connsiteX1" fmla="*/ 4585821 w 4585821"/>
              <a:gd name="connsiteY1" fmla="*/ 0 h 2914945"/>
              <a:gd name="connsiteX2" fmla="*/ 4585821 w 4585821"/>
              <a:gd name="connsiteY2" fmla="*/ 2914945 h 2914945"/>
              <a:gd name="connsiteX3" fmla="*/ 0 w 4585821"/>
              <a:gd name="connsiteY3" fmla="*/ 2914945 h 2914945"/>
              <a:gd name="connsiteX4" fmla="*/ 0 w 4585821"/>
              <a:gd name="connsiteY4" fmla="*/ 0 h 2914945"/>
              <a:gd name="connsiteX0" fmla="*/ 37214 w 4585821"/>
              <a:gd name="connsiteY0" fmla="*/ 5316 h 2914945"/>
              <a:gd name="connsiteX1" fmla="*/ 4585821 w 4585821"/>
              <a:gd name="connsiteY1" fmla="*/ 0 h 2914945"/>
              <a:gd name="connsiteX2" fmla="*/ 4585821 w 4585821"/>
              <a:gd name="connsiteY2" fmla="*/ 2914945 h 2914945"/>
              <a:gd name="connsiteX3" fmla="*/ 0 w 4585821"/>
              <a:gd name="connsiteY3" fmla="*/ 2914945 h 2914945"/>
              <a:gd name="connsiteX4" fmla="*/ 37214 w 4585821"/>
              <a:gd name="connsiteY4" fmla="*/ 5316 h 2914945"/>
              <a:gd name="connsiteX0" fmla="*/ 37214 w 4585821"/>
              <a:gd name="connsiteY0" fmla="*/ 0 h 2909629"/>
              <a:gd name="connsiteX1" fmla="*/ 4559239 w 4585821"/>
              <a:gd name="connsiteY1" fmla="*/ 1 h 2909629"/>
              <a:gd name="connsiteX2" fmla="*/ 4585821 w 4585821"/>
              <a:gd name="connsiteY2" fmla="*/ 2909629 h 2909629"/>
              <a:gd name="connsiteX3" fmla="*/ 0 w 4585821"/>
              <a:gd name="connsiteY3" fmla="*/ 2909629 h 2909629"/>
              <a:gd name="connsiteX4" fmla="*/ 37214 w 4585821"/>
              <a:gd name="connsiteY4" fmla="*/ 0 h 2909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5821" h="2909629">
                <a:moveTo>
                  <a:pt x="37214" y="0"/>
                </a:moveTo>
                <a:lnTo>
                  <a:pt x="4559239" y="1"/>
                </a:lnTo>
                <a:lnTo>
                  <a:pt x="4585821" y="2909629"/>
                </a:lnTo>
                <a:lnTo>
                  <a:pt x="0" y="2909629"/>
                </a:lnTo>
                <a:lnTo>
                  <a:pt x="37214" y="0"/>
                </a:lnTo>
                <a:close/>
              </a:path>
            </a:pathLst>
          </a:custGeom>
          <a:gradFill>
            <a:gsLst>
              <a:gs pos="0">
                <a:schemeClr val="bg1"/>
              </a:gs>
              <a:gs pos="100000">
                <a:schemeClr val="bg1">
                  <a:lumMod val="65000"/>
                </a:schemeClr>
              </a:gs>
            </a:gsLst>
            <a:lin ang="8100000" scaled="1"/>
          </a:gradFill>
          <a:effectLst/>
        </p:spPr>
        <p:txBody>
          <a:bodyPr vert="horz" lIns="0" tIns="0" rIns="0" bIns="0" rtlCol="0" anchor="ctr" anchorCtr="0">
            <a:normAutofit/>
          </a:bodyPr>
          <a:lstStyle>
            <a:lvl1pPr>
              <a:defRPr lang="en-US" sz="600" dirty="0">
                <a:noFill/>
              </a:defRPr>
            </a:lvl1pPr>
          </a:lstStyle>
          <a:p>
            <a:pPr lvl="0" algn="ctr">
              <a:buNone/>
            </a:pPr>
            <a:r>
              <a:rPr lang="en-US"/>
              <a:t>Picture</a:t>
            </a:r>
          </a:p>
        </p:txBody>
      </p:sp>
      <p:sp>
        <p:nvSpPr>
          <p:cNvPr id="6" name="Title 1">
            <a:extLst>
              <a:ext uri="{FF2B5EF4-FFF2-40B4-BE49-F238E27FC236}">
                <a16:creationId xmlns:a16="http://schemas.microsoft.com/office/drawing/2014/main" id="{6B5B6962-EBB8-334A-BC5E-BBF020569C93}"/>
              </a:ext>
            </a:extLst>
          </p:cNvPr>
          <p:cNvSpPr>
            <a:spLocks noGrp="1"/>
          </p:cNvSpPr>
          <p:nvPr>
            <p:ph type="title"/>
          </p:nvPr>
        </p:nvSpPr>
        <p:spPr>
          <a:xfrm>
            <a:off x="591341" y="1810452"/>
            <a:ext cx="3009668" cy="960263"/>
          </a:xfrm>
          <a:prstGeom prst="rect">
            <a:avLst/>
          </a:prstGeom>
        </p:spPr>
        <p:txBody>
          <a:bodyPr vert="horz" wrap="square" lIns="0" tIns="0" rIns="0" bIns="182880" rtlCol="0" anchor="t" anchorCtr="0">
            <a:spAutoFit/>
          </a:bodyPr>
          <a:lstStyle>
            <a:lvl1pPr>
              <a:defRPr lang="en-US" sz="2800" dirty="0"/>
            </a:lvl1pPr>
          </a:lstStyle>
          <a:p>
            <a:pPr lvl="0"/>
            <a:r>
              <a:rPr lang="en-US"/>
              <a:t>Click to edit Master title style</a:t>
            </a:r>
          </a:p>
        </p:txBody>
      </p:sp>
      <p:sp>
        <p:nvSpPr>
          <p:cNvPr id="7" name="Text Placeholder 2">
            <a:extLst>
              <a:ext uri="{FF2B5EF4-FFF2-40B4-BE49-F238E27FC236}">
                <a16:creationId xmlns:a16="http://schemas.microsoft.com/office/drawing/2014/main" id="{8508AB85-7AC3-174C-972A-E42BB69AB73C}"/>
              </a:ext>
            </a:extLst>
          </p:cNvPr>
          <p:cNvSpPr>
            <a:spLocks noGrp="1"/>
          </p:cNvSpPr>
          <p:nvPr>
            <p:ph type="body" sz="quarter" idx="18"/>
          </p:nvPr>
        </p:nvSpPr>
        <p:spPr>
          <a:xfrm>
            <a:off x="591341" y="2571750"/>
            <a:ext cx="3009668" cy="19896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9915594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lank - BG - GradientR - Logo">
    <p:bg>
      <p:bgPr>
        <a:gradFill>
          <a:gsLst>
            <a:gs pos="50000">
              <a:schemeClr val="bg1"/>
            </a:gs>
            <a:gs pos="100000">
              <a:schemeClr val="bg1">
                <a:lumMod val="90000"/>
              </a:schemeClr>
            </a:gs>
          </a:gsLst>
          <a:lin ang="8100000" scaled="1"/>
        </a:gra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4994F72-1B96-E73B-1B11-AFC141EBF1F4}"/>
              </a:ext>
            </a:extLst>
          </p:cNvPr>
          <p:cNvPicPr>
            <a:picLocks noChangeAspect="1"/>
          </p:cNvPicPr>
          <p:nvPr userDrawn="1"/>
        </p:nvPicPr>
        <p:blipFill>
          <a:blip r:embed="rId2">
            <a:alphaModFix amt="20000"/>
            <a:extLst>
              <a:ext uri="{96DAC541-7B7A-43D3-8B79-37D633B846F1}">
                <asvg:svgBlip xmlns:asvg="http://schemas.microsoft.com/office/drawing/2016/SVG/main" r:embed="rId3"/>
              </a:ext>
            </a:extLst>
          </a:blip>
          <a:srcRect l="24229" r="7323" b="32068"/>
          <a:stretch/>
        </p:blipFill>
        <p:spPr>
          <a:xfrm flipH="1">
            <a:off x="0" y="3635967"/>
            <a:ext cx="9144000" cy="1507534"/>
          </a:xfrm>
          <a:prstGeom prst="rect">
            <a:avLst/>
          </a:prstGeom>
        </p:spPr>
      </p:pic>
    </p:spTree>
    <p:extLst>
      <p:ext uri="{BB962C8B-B14F-4D97-AF65-F5344CB8AC3E}">
        <p14:creationId xmlns:p14="http://schemas.microsoft.com/office/powerpoint/2010/main" val="23128303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FP Questions &amp; Answer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BC5F05-1F9A-314F-8477-22755122636E}"/>
              </a:ext>
            </a:extLst>
          </p:cNvPr>
          <p:cNvPicPr>
            <a:picLocks noChangeAspect="1"/>
          </p:cNvPicPr>
          <p:nvPr userDrawn="1"/>
        </p:nvPicPr>
        <p:blipFill rotWithShape="1">
          <a:blip r:embed="rId2" cstate="email">
            <a:alphaModFix amt="15000"/>
            <a:extLst>
              <a:ext uri="{28A0092B-C50C-407E-A947-70E740481C1C}">
                <a14:useLocalDpi xmlns:a14="http://schemas.microsoft.com/office/drawing/2010/main"/>
              </a:ext>
            </a:extLst>
          </a:blip>
          <a:srcRect/>
          <a:stretch/>
        </p:blipFill>
        <p:spPr>
          <a:xfrm>
            <a:off x="1" y="3999187"/>
            <a:ext cx="9144001" cy="1144148"/>
          </a:xfrm>
          <a:prstGeom prst="rect">
            <a:avLst/>
          </a:prstGeom>
          <a:noFill/>
        </p:spPr>
      </p:pic>
      <p:sp>
        <p:nvSpPr>
          <p:cNvPr id="5" name="Title 1">
            <a:extLst>
              <a:ext uri="{FF2B5EF4-FFF2-40B4-BE49-F238E27FC236}">
                <a16:creationId xmlns:a16="http://schemas.microsoft.com/office/drawing/2014/main" id="{73805E69-9E4B-6246-9316-CA85ADADE362}"/>
              </a:ext>
            </a:extLst>
          </p:cNvPr>
          <p:cNvSpPr>
            <a:spLocks noGrp="1"/>
          </p:cNvSpPr>
          <p:nvPr>
            <p:ph type="title"/>
          </p:nvPr>
        </p:nvSpPr>
        <p:spPr>
          <a:xfrm>
            <a:off x="587375" y="519035"/>
            <a:ext cx="7972425" cy="461665"/>
          </a:xfrm>
          <a:prstGeom prst="rect">
            <a:avLst/>
          </a:prstGeom>
        </p:spPr>
        <p:txBody>
          <a:bodyPr vert="horz" wrap="square" lIns="0" tIns="0" rIns="0" bIns="182880" rtlCol="0" anchor="t" anchorCtr="0">
            <a:spAutoFit/>
          </a:bodyPr>
          <a:lstStyle>
            <a:lvl1pPr>
              <a:defRPr lang="en-US" sz="2000" dirty="0"/>
            </a:lvl1pPr>
          </a:lstStyle>
          <a:p>
            <a:pPr lvl="0"/>
            <a:r>
              <a:rPr lang="en-US"/>
              <a:t>Click to edit Master title style</a:t>
            </a:r>
          </a:p>
        </p:txBody>
      </p:sp>
      <p:sp>
        <p:nvSpPr>
          <p:cNvPr id="3" name="Text Placeholder 2">
            <a:extLst>
              <a:ext uri="{FF2B5EF4-FFF2-40B4-BE49-F238E27FC236}">
                <a16:creationId xmlns:a16="http://schemas.microsoft.com/office/drawing/2014/main" id="{6F8A2ED0-693D-3342-BB67-46444AB4282A}"/>
              </a:ext>
            </a:extLst>
          </p:cNvPr>
          <p:cNvSpPr>
            <a:spLocks noGrp="1"/>
          </p:cNvSpPr>
          <p:nvPr>
            <p:ph type="body" sz="quarter" idx="12" hasCustomPrompt="1"/>
          </p:nvPr>
        </p:nvSpPr>
        <p:spPr>
          <a:xfrm>
            <a:off x="1139911" y="1979215"/>
            <a:ext cx="7349181" cy="2645250"/>
          </a:xfrm>
        </p:spPr>
        <p:txBody>
          <a:bodyPr numCol="2" spcCol="365760">
            <a:noAutofit/>
          </a:bodyPr>
          <a:lstStyle>
            <a:lvl1pPr>
              <a:defRPr sz="900" b="0" i="0">
                <a:solidFill>
                  <a:schemeClr val="tx1"/>
                </a:solidFill>
                <a:latin typeface="+mn-lt"/>
              </a:defRPr>
            </a:lvl1pPr>
          </a:lstStyle>
          <a:p>
            <a:pPr lvl="0"/>
            <a:r>
              <a:rPr lang="en-US"/>
              <a:t>Edit Master text styles</a:t>
            </a:r>
          </a:p>
        </p:txBody>
      </p:sp>
      <p:sp>
        <p:nvSpPr>
          <p:cNvPr id="14" name="Text Placeholder 13">
            <a:extLst>
              <a:ext uri="{FF2B5EF4-FFF2-40B4-BE49-F238E27FC236}">
                <a16:creationId xmlns:a16="http://schemas.microsoft.com/office/drawing/2014/main" id="{9F3637BE-5D85-AF23-F8A6-3AFA7E7337CC}"/>
              </a:ext>
            </a:extLst>
          </p:cNvPr>
          <p:cNvSpPr>
            <a:spLocks noGrp="1"/>
          </p:cNvSpPr>
          <p:nvPr>
            <p:ph type="body" sz="quarter" idx="13" hasCustomPrompt="1"/>
          </p:nvPr>
        </p:nvSpPr>
        <p:spPr>
          <a:xfrm>
            <a:off x="1139825" y="1265407"/>
            <a:ext cx="7156450" cy="182422"/>
          </a:xfrm>
        </p:spPr>
        <p:txBody>
          <a:bodyPr anchor="ctr"/>
          <a:lstStyle>
            <a:lvl1pPr>
              <a:defRPr sz="1100">
                <a:latin typeface="+mj-lt"/>
              </a:defRPr>
            </a:lvl1pPr>
          </a:lstStyle>
          <a:p>
            <a:pPr lvl="0"/>
            <a:r>
              <a:rPr lang="es-MX"/>
              <a:t>Text</a:t>
            </a:r>
            <a:endParaRPr lang="en-US"/>
          </a:p>
        </p:txBody>
      </p:sp>
      <p:sp>
        <p:nvSpPr>
          <p:cNvPr id="4" name="Text Placeholder 3">
            <a:extLst>
              <a:ext uri="{FF2B5EF4-FFF2-40B4-BE49-F238E27FC236}">
                <a16:creationId xmlns:a16="http://schemas.microsoft.com/office/drawing/2014/main" id="{FBE91FFD-15F8-5D87-52F5-F00CC79E7B61}"/>
              </a:ext>
            </a:extLst>
          </p:cNvPr>
          <p:cNvSpPr>
            <a:spLocks noGrp="1"/>
          </p:cNvSpPr>
          <p:nvPr>
            <p:ph type="body" sz="quarter" idx="14" hasCustomPrompt="1"/>
          </p:nvPr>
        </p:nvSpPr>
        <p:spPr>
          <a:xfrm>
            <a:off x="714375" y="1241637"/>
            <a:ext cx="304800" cy="205184"/>
          </a:xfrm>
        </p:spPr>
        <p:txBody>
          <a:bodyPr/>
          <a:lstStyle>
            <a:lvl1pPr algn="ctr">
              <a:defRPr>
                <a:solidFill>
                  <a:schemeClr val="tx2"/>
                </a:solidFill>
                <a:latin typeface="+mj-lt"/>
              </a:defRPr>
            </a:lvl1pPr>
          </a:lstStyle>
          <a:p>
            <a:pPr lvl="0"/>
            <a:r>
              <a:rPr lang="en-US" sz="1200" b="0" i="0" kern="1200">
                <a:solidFill>
                  <a:schemeClr val="tx2"/>
                </a:solidFill>
                <a:latin typeface="+mj-lt"/>
                <a:ea typeface="+mn-ea"/>
                <a:cs typeface="+mn-cs"/>
              </a:rPr>
              <a:t>0.0</a:t>
            </a:r>
            <a:endParaRPr lang="en-US"/>
          </a:p>
        </p:txBody>
      </p:sp>
    </p:spTree>
    <p:extLst>
      <p:ext uri="{BB962C8B-B14F-4D97-AF65-F5344CB8AC3E}">
        <p14:creationId xmlns:p14="http://schemas.microsoft.com/office/powerpoint/2010/main" val="2168489233"/>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Title Slide - Bran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A81B7A0-9724-5A47-BF7B-C44D722DE2A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b="8585"/>
          <a:stretch/>
        </p:blipFill>
        <p:spPr>
          <a:xfrm>
            <a:off x="-1" y="3083894"/>
            <a:ext cx="9143999" cy="2081037"/>
          </a:xfrm>
          <a:prstGeom prst="rect">
            <a:avLst/>
          </a:prstGeom>
          <a:noFill/>
        </p:spPr>
      </p:pic>
      <p:pic>
        <p:nvPicPr>
          <p:cNvPr id="12" name="Picture 26">
            <a:extLst>
              <a:ext uri="{FF2B5EF4-FFF2-40B4-BE49-F238E27FC236}">
                <a16:creationId xmlns:a16="http://schemas.microsoft.com/office/drawing/2014/main" id="{6020BCED-48F2-FF44-A3F2-4D83A7AA445D}"/>
              </a:ext>
            </a:extLst>
          </p:cNvPr>
          <p:cNvPicPr>
            <a:picLocks noChangeAspect="1"/>
          </p:cNvPicPr>
          <p:nvPr userDrawn="1"/>
        </p:nvPicPr>
        <p:blipFill rotWithShape="1">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l="-3540" t="3" r="59594" b="23884"/>
          <a:stretch/>
        </p:blipFill>
        <p:spPr>
          <a:xfrm>
            <a:off x="7718155" y="335"/>
            <a:ext cx="1425844" cy="5143165"/>
          </a:xfrm>
          <a:prstGeom prst="rect">
            <a:avLst/>
          </a:prstGeom>
        </p:spPr>
      </p:pic>
      <p:sp>
        <p:nvSpPr>
          <p:cNvPr id="11" name="Text Placeholder 8">
            <a:extLst>
              <a:ext uri="{FF2B5EF4-FFF2-40B4-BE49-F238E27FC236}">
                <a16:creationId xmlns:a16="http://schemas.microsoft.com/office/drawing/2014/main" id="{909348AD-EA68-FD41-A7C8-04ED5F73C0F5}"/>
              </a:ext>
            </a:extLst>
          </p:cNvPr>
          <p:cNvSpPr>
            <a:spLocks noGrp="1"/>
          </p:cNvSpPr>
          <p:nvPr>
            <p:ph type="body" sz="quarter" idx="11" hasCustomPrompt="1"/>
          </p:nvPr>
        </p:nvSpPr>
        <p:spPr>
          <a:xfrm>
            <a:off x="592850" y="2376312"/>
            <a:ext cx="2282825" cy="195438"/>
          </a:xfrm>
          <a:prstGeom prst="rect">
            <a:avLst/>
          </a:prstGeom>
        </p:spPr>
        <p:txBody>
          <a:bodyPr wrap="square" lIns="0" tIns="0" rIns="0" bIns="45720">
            <a:spAutoFit/>
          </a:bodyPr>
          <a:lstStyle>
            <a:lvl1pPr marL="0" indent="0">
              <a:lnSpc>
                <a:spcPct val="80000"/>
              </a:lnSpc>
              <a:spcAft>
                <a:spcPts val="600"/>
              </a:spcAft>
              <a:buNone/>
              <a:defRPr lang="en-US" sz="1200" b="0" i="0" kern="1200" cap="all" spc="120" baseline="0" dirty="0">
                <a:solidFill>
                  <a:schemeClr val="tx2"/>
                </a:solidFill>
                <a:latin typeface="Roboto Condensed" panose="02000000000000000000" pitchFamily="2" charset="0"/>
                <a:ea typeface="Roboto Condensed" panose="02000000000000000000" pitchFamily="2" charset="0"/>
                <a:cs typeface="Roboto Condensed" panose="02000000000000000000" pitchFamily="2" charset="0"/>
              </a:defRPr>
            </a:lvl1pPr>
            <a:lvl2pPr marL="234950" indent="0">
              <a:buNone/>
              <a:defRPr/>
            </a:lvl2pPr>
            <a:lvl3pPr marL="411162" indent="0">
              <a:buNone/>
              <a:defRPr/>
            </a:lvl3pPr>
            <a:lvl4pPr marL="568325" indent="0">
              <a:buNone/>
              <a:defRPr/>
            </a:lvl4pPr>
            <a:lvl5pPr marL="742950" indent="0">
              <a:buNone/>
              <a:defRPr/>
            </a:lvl5pPr>
          </a:lstStyle>
          <a:p>
            <a:pPr marL="0" lvl="0" indent="0" algn="l" defTabSz="685800" rtl="0" eaLnBrk="1" latinLnBrk="0" hangingPunct="1">
              <a:lnSpc>
                <a:spcPct val="80000"/>
              </a:lnSpc>
              <a:spcBef>
                <a:spcPts val="0"/>
              </a:spcBef>
              <a:spcAft>
                <a:spcPts val="600"/>
              </a:spcAft>
              <a:buClr>
                <a:schemeClr val="accent2"/>
              </a:buClr>
              <a:buSzPct val="90000"/>
              <a:buFont typeface="Arial" panose="020B0604020202020204" pitchFamily="34" charset="0"/>
              <a:buNone/>
            </a:pPr>
            <a:r>
              <a:rPr lang="en-US"/>
              <a:t>EYEBROW</a:t>
            </a:r>
          </a:p>
        </p:txBody>
      </p:sp>
      <p:sp>
        <p:nvSpPr>
          <p:cNvPr id="13" name="Title 9">
            <a:extLst>
              <a:ext uri="{FF2B5EF4-FFF2-40B4-BE49-F238E27FC236}">
                <a16:creationId xmlns:a16="http://schemas.microsoft.com/office/drawing/2014/main" id="{6948A46B-197D-C846-A33E-C9E4183FEC01}"/>
              </a:ext>
            </a:extLst>
          </p:cNvPr>
          <p:cNvSpPr>
            <a:spLocks noGrp="1"/>
          </p:cNvSpPr>
          <p:nvPr>
            <p:ph type="title"/>
          </p:nvPr>
        </p:nvSpPr>
        <p:spPr>
          <a:xfrm>
            <a:off x="591685" y="2571750"/>
            <a:ext cx="6980689" cy="683264"/>
          </a:xfrm>
          <a:prstGeom prst="rect">
            <a:avLst/>
          </a:prstGeom>
        </p:spPr>
        <p:txBody>
          <a:bodyPr wrap="square" bIns="182880" anchor="t" anchorCtr="0">
            <a:spAutoFit/>
          </a:bodyPr>
          <a:lstStyle>
            <a:lvl1pPr>
              <a:defRPr sz="3600"/>
            </a:lvl1pPr>
          </a:lstStyle>
          <a:p>
            <a:r>
              <a:rPr lang="en-US"/>
              <a:t>Click to edit Master title style</a:t>
            </a:r>
          </a:p>
        </p:txBody>
      </p:sp>
      <p:sp>
        <p:nvSpPr>
          <p:cNvPr id="15" name="Text Placeholder 8">
            <a:extLst>
              <a:ext uri="{FF2B5EF4-FFF2-40B4-BE49-F238E27FC236}">
                <a16:creationId xmlns:a16="http://schemas.microsoft.com/office/drawing/2014/main" id="{6E6F1136-B473-E843-806A-1943807F66D7}"/>
              </a:ext>
            </a:extLst>
          </p:cNvPr>
          <p:cNvSpPr>
            <a:spLocks noGrp="1"/>
          </p:cNvSpPr>
          <p:nvPr>
            <p:ph type="body" sz="quarter" idx="13"/>
          </p:nvPr>
        </p:nvSpPr>
        <p:spPr>
          <a:xfrm>
            <a:off x="592850" y="3260833"/>
            <a:ext cx="3094037" cy="147733"/>
          </a:xfrm>
          <a:prstGeom prst="rect">
            <a:avLst/>
          </a:prstGeom>
        </p:spPr>
        <p:txBody>
          <a:bodyPr wrap="square" lIns="0" tIns="0" rIns="0" bIns="0">
            <a:spAutoFit/>
          </a:bodyPr>
          <a:lstStyle>
            <a:lvl1pPr marL="0" indent="0">
              <a:lnSpc>
                <a:spcPct val="80000"/>
              </a:lnSpc>
              <a:spcAft>
                <a:spcPts val="600"/>
              </a:spcAft>
              <a:buNone/>
              <a:defRPr lang="en-US" sz="1200" b="0" i="0" kern="1200" spc="0" baseline="0" dirty="0">
                <a:solidFill>
                  <a:schemeClr val="tx1"/>
                </a:solidFill>
                <a:latin typeface="+mn-lt"/>
                <a:ea typeface="Roboto Condensed Light" panose="02000000000000000000" pitchFamily="2" charset="0"/>
                <a:cs typeface="+mn-cs"/>
              </a:defRPr>
            </a:lvl1pPr>
            <a:lvl2pPr marL="234950" indent="0">
              <a:buNone/>
              <a:defRPr/>
            </a:lvl2pPr>
            <a:lvl3pPr marL="411162" indent="0">
              <a:buNone/>
              <a:defRPr/>
            </a:lvl3pPr>
            <a:lvl4pPr marL="568325" indent="0">
              <a:buNone/>
              <a:defRPr/>
            </a:lvl4pPr>
            <a:lvl5pPr marL="742950" indent="0">
              <a:buNone/>
              <a:defRPr/>
            </a:lvl5pPr>
          </a:lstStyle>
          <a:p>
            <a:pPr marL="0" lvl="0" indent="0" algn="l" defTabSz="685800" rtl="0" eaLnBrk="1" latinLnBrk="0" hangingPunct="1">
              <a:lnSpc>
                <a:spcPct val="80000"/>
              </a:lnSpc>
              <a:spcBef>
                <a:spcPts val="0"/>
              </a:spcBef>
              <a:spcAft>
                <a:spcPts val="600"/>
              </a:spcAft>
              <a:buClr>
                <a:schemeClr val="accent2"/>
              </a:buClr>
              <a:buSzPct val="90000"/>
              <a:buFont typeface="Arial" panose="020B0604020202020204" pitchFamily="34" charset="0"/>
              <a:buNone/>
            </a:pPr>
            <a:r>
              <a:rPr lang="en-US"/>
              <a:t>Edit Master text styles</a:t>
            </a:r>
          </a:p>
        </p:txBody>
      </p:sp>
      <p:pic>
        <p:nvPicPr>
          <p:cNvPr id="7" name="Picture 6">
            <a:extLst>
              <a:ext uri="{FF2B5EF4-FFF2-40B4-BE49-F238E27FC236}">
                <a16:creationId xmlns:a16="http://schemas.microsoft.com/office/drawing/2014/main" id="{A2FE1CCC-819F-9946-A573-1EAD748C9C56}"/>
              </a:ext>
            </a:extLst>
          </p:cNvPr>
          <p:cNvPicPr>
            <a:picLocks noChangeAspect="1"/>
          </p:cNvPicPr>
          <p:nvPr userDrawn="1"/>
        </p:nvPicPr>
        <p:blipFill>
          <a:blip r:embed="rId5"/>
          <a:srcRect/>
          <a:stretch/>
        </p:blipFill>
        <p:spPr>
          <a:xfrm>
            <a:off x="491348" y="412638"/>
            <a:ext cx="1371600" cy="468630"/>
          </a:xfrm>
          <a:prstGeom prst="rect">
            <a:avLst/>
          </a:prstGeom>
        </p:spPr>
      </p:pic>
    </p:spTree>
    <p:extLst>
      <p:ext uri="{BB962C8B-B14F-4D97-AF65-F5344CB8AC3E}">
        <p14:creationId xmlns:p14="http://schemas.microsoft.com/office/powerpoint/2010/main" val="30485908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87374" y="514351"/>
            <a:ext cx="7972426" cy="572464"/>
          </a:xfrm>
          <a:prstGeom prst="rect">
            <a:avLst/>
          </a:prstGeom>
        </p:spPr>
        <p:txBody>
          <a:bodyPr vert="horz" wrap="square" lIns="0" tIns="0" rIns="0" bIns="182880" rtlCol="0" anchor="t" anchorCtr="0">
            <a:spAutoFit/>
          </a:bodyPr>
          <a:lstStyle>
            <a:lvl1pPr algn="ctr">
              <a:defRPr lang="en-US" sz="2800" dirty="0"/>
            </a:lvl1pPr>
          </a:lstStyle>
          <a:p>
            <a:pPr lvl="0"/>
            <a:r>
              <a:rPr lang="en-US"/>
              <a:t>Click to edit Master title style</a:t>
            </a:r>
          </a:p>
        </p:txBody>
      </p:sp>
      <p:sp>
        <p:nvSpPr>
          <p:cNvPr id="4" name="Text Placeholder 3">
            <a:extLst>
              <a:ext uri="{FF2B5EF4-FFF2-40B4-BE49-F238E27FC236}">
                <a16:creationId xmlns:a16="http://schemas.microsoft.com/office/drawing/2014/main" id="{AA67AAA0-0666-51E5-F6C6-91BB7AC33392}"/>
              </a:ext>
            </a:extLst>
          </p:cNvPr>
          <p:cNvSpPr>
            <a:spLocks noGrp="1"/>
          </p:cNvSpPr>
          <p:nvPr>
            <p:ph type="body" sz="quarter" idx="10"/>
          </p:nvPr>
        </p:nvSpPr>
        <p:spPr>
          <a:xfrm>
            <a:off x="587375" y="1262064"/>
            <a:ext cx="7972425" cy="1275157"/>
          </a:xfrm>
        </p:spPr>
        <p:txBody>
          <a:bodyPr/>
          <a:lstStyle>
            <a:lvl1pPr algn="ctr">
              <a:defRPr/>
            </a:lvl1pPr>
            <a:lvl2pPr indent="-118869"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55765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Basic - Title +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BC5F05-1F9A-314F-8477-22755122636E}"/>
              </a:ext>
            </a:extLst>
          </p:cNvPr>
          <p:cNvPicPr>
            <a:picLocks noChangeAspect="1"/>
          </p:cNvPicPr>
          <p:nvPr userDrawn="1"/>
        </p:nvPicPr>
        <p:blipFill rotWithShape="1">
          <a:blip r:embed="rId2" cstate="print">
            <a:alphaModFix amt="15000"/>
            <a:extLst>
              <a:ext uri="{28A0092B-C50C-407E-A947-70E740481C1C}">
                <a14:useLocalDpi xmlns:a14="http://schemas.microsoft.com/office/drawing/2010/main"/>
              </a:ext>
            </a:extLst>
          </a:blip>
          <a:srcRect/>
          <a:stretch/>
        </p:blipFill>
        <p:spPr>
          <a:xfrm>
            <a:off x="1" y="3999187"/>
            <a:ext cx="9144001" cy="1144148"/>
          </a:xfrm>
          <a:prstGeom prst="rect">
            <a:avLst/>
          </a:prstGeom>
          <a:noFill/>
        </p:spPr>
      </p:pic>
      <p:sp>
        <p:nvSpPr>
          <p:cNvPr id="5" name="Title 1">
            <a:extLst>
              <a:ext uri="{FF2B5EF4-FFF2-40B4-BE49-F238E27FC236}">
                <a16:creationId xmlns:a16="http://schemas.microsoft.com/office/drawing/2014/main" id="{73805E69-9E4B-6246-9316-CA85ADADE362}"/>
              </a:ext>
            </a:extLst>
          </p:cNvPr>
          <p:cNvSpPr>
            <a:spLocks noGrp="1"/>
          </p:cNvSpPr>
          <p:nvPr>
            <p:ph type="title" hasCustomPrompt="1"/>
          </p:nvPr>
        </p:nvSpPr>
        <p:spPr>
          <a:xfrm>
            <a:off x="587374" y="525050"/>
            <a:ext cx="7977423" cy="558614"/>
          </a:xfrm>
          <a:prstGeom prst="rect">
            <a:avLst/>
          </a:prstGeom>
        </p:spPr>
        <p:txBody>
          <a:bodyPr vert="horz" wrap="square" lIns="0" tIns="0" rIns="0" bIns="182880" rtlCol="0" anchor="t" anchorCtr="0">
            <a:spAutoFit/>
          </a:bodyPr>
          <a:lstStyle>
            <a:lvl1pPr>
              <a:defRPr lang="en-US" sz="2700" dirty="0"/>
            </a:lvl1pPr>
          </a:lstStyle>
          <a:p>
            <a:pPr lvl="0"/>
            <a:r>
              <a:rPr lang="en-US"/>
              <a:t>Basic Content – Title + Content</a:t>
            </a:r>
          </a:p>
        </p:txBody>
      </p:sp>
      <p:sp>
        <p:nvSpPr>
          <p:cNvPr id="6" name="Text Placeholder 8">
            <a:extLst>
              <a:ext uri="{FF2B5EF4-FFF2-40B4-BE49-F238E27FC236}">
                <a16:creationId xmlns:a16="http://schemas.microsoft.com/office/drawing/2014/main" id="{A476976D-C511-A74E-A717-CDC76A4AD518}"/>
              </a:ext>
            </a:extLst>
          </p:cNvPr>
          <p:cNvSpPr>
            <a:spLocks noGrp="1"/>
          </p:cNvSpPr>
          <p:nvPr>
            <p:ph type="body" sz="quarter" idx="11"/>
          </p:nvPr>
        </p:nvSpPr>
        <p:spPr>
          <a:xfrm>
            <a:off x="585789" y="1543051"/>
            <a:ext cx="2282824" cy="198965"/>
          </a:xfrm>
          <a:prstGeom prst="rect">
            <a:avLst/>
          </a:prstGeom>
        </p:spPr>
        <p:txBody>
          <a:bodyPr wrap="square">
            <a:spAutoFit/>
          </a:bodyPr>
          <a:lstStyle>
            <a:lvl1pPr marL="0" indent="0">
              <a:buNone/>
              <a:defRPr/>
            </a:lvl1pPr>
          </a:lstStyle>
          <a:p>
            <a:pPr marL="0" indent="0">
              <a:buNone/>
            </a:pPr>
            <a:endParaRPr lang="en-US"/>
          </a:p>
        </p:txBody>
      </p:sp>
      <p:sp>
        <p:nvSpPr>
          <p:cNvPr id="8" name="Text Placeholder 8">
            <a:extLst>
              <a:ext uri="{FF2B5EF4-FFF2-40B4-BE49-F238E27FC236}">
                <a16:creationId xmlns:a16="http://schemas.microsoft.com/office/drawing/2014/main" id="{6D8AA482-9A22-7E40-98D5-B3E9A239DC21}"/>
              </a:ext>
            </a:extLst>
          </p:cNvPr>
          <p:cNvSpPr>
            <a:spLocks noGrp="1"/>
          </p:cNvSpPr>
          <p:nvPr>
            <p:ph type="body" sz="quarter" idx="12"/>
          </p:nvPr>
        </p:nvSpPr>
        <p:spPr>
          <a:xfrm>
            <a:off x="3429119" y="1543051"/>
            <a:ext cx="2287587" cy="198965"/>
          </a:xfrm>
          <a:prstGeom prst="rect">
            <a:avLst/>
          </a:prstGeom>
        </p:spPr>
        <p:txBody>
          <a:bodyPr wrap="square">
            <a:spAutoFit/>
          </a:bodyPr>
          <a:lstStyle>
            <a:lvl1pPr marL="0" indent="0">
              <a:buNone/>
              <a:defRPr/>
            </a:lvl1pPr>
          </a:lstStyle>
          <a:p>
            <a:pPr marL="0" indent="0">
              <a:buNone/>
            </a:pPr>
            <a:endParaRPr lang="en-US"/>
          </a:p>
        </p:txBody>
      </p:sp>
      <p:sp>
        <p:nvSpPr>
          <p:cNvPr id="9" name="Text Placeholder 8">
            <a:extLst>
              <a:ext uri="{FF2B5EF4-FFF2-40B4-BE49-F238E27FC236}">
                <a16:creationId xmlns:a16="http://schemas.microsoft.com/office/drawing/2014/main" id="{98405CB0-586A-E145-B596-CE80DE7D3B81}"/>
              </a:ext>
            </a:extLst>
          </p:cNvPr>
          <p:cNvSpPr>
            <a:spLocks noGrp="1"/>
          </p:cNvSpPr>
          <p:nvPr>
            <p:ph type="body" sz="quarter" idx="13"/>
          </p:nvPr>
        </p:nvSpPr>
        <p:spPr>
          <a:xfrm>
            <a:off x="585789" y="1827863"/>
            <a:ext cx="2282824" cy="198965"/>
          </a:xfrm>
          <a:prstGeom prst="rect">
            <a:avLst/>
          </a:prstGeom>
        </p:spPr>
        <p:txBody>
          <a:bodyPr wrap="square">
            <a:spAutoFit/>
          </a:bodyPr>
          <a:lstStyle>
            <a:lvl1pPr marL="0" indent="0">
              <a:buNone/>
              <a:defRPr/>
            </a:lvl1pPr>
          </a:lstStyle>
          <a:p>
            <a:pPr marL="0" indent="0">
              <a:buNone/>
            </a:pPr>
            <a:endParaRPr lang="en-US"/>
          </a:p>
        </p:txBody>
      </p:sp>
      <p:sp>
        <p:nvSpPr>
          <p:cNvPr id="10" name="Text Placeholder 8">
            <a:extLst>
              <a:ext uri="{FF2B5EF4-FFF2-40B4-BE49-F238E27FC236}">
                <a16:creationId xmlns:a16="http://schemas.microsoft.com/office/drawing/2014/main" id="{12776231-6CDD-9A46-8B73-D2939E282F04}"/>
              </a:ext>
            </a:extLst>
          </p:cNvPr>
          <p:cNvSpPr>
            <a:spLocks noGrp="1"/>
          </p:cNvSpPr>
          <p:nvPr>
            <p:ph type="body" sz="quarter" idx="14"/>
          </p:nvPr>
        </p:nvSpPr>
        <p:spPr>
          <a:xfrm>
            <a:off x="3429119" y="1827863"/>
            <a:ext cx="2287587" cy="198965"/>
          </a:xfrm>
          <a:prstGeom prst="rect">
            <a:avLst/>
          </a:prstGeom>
        </p:spPr>
        <p:txBody>
          <a:bodyPr wrap="square">
            <a:spAutoFit/>
          </a:bodyPr>
          <a:lstStyle>
            <a:lvl1pPr marL="0" indent="0">
              <a:buNone/>
              <a:defRPr/>
            </a:lvl1pPr>
          </a:lstStyle>
          <a:p>
            <a:pPr marL="0" indent="0">
              <a:buNone/>
            </a:pPr>
            <a:endParaRPr lang="en-US"/>
          </a:p>
        </p:txBody>
      </p:sp>
      <p:sp>
        <p:nvSpPr>
          <p:cNvPr id="11" name="Text Placeholder 8">
            <a:extLst>
              <a:ext uri="{FF2B5EF4-FFF2-40B4-BE49-F238E27FC236}">
                <a16:creationId xmlns:a16="http://schemas.microsoft.com/office/drawing/2014/main" id="{04AE9A0B-9D55-1543-860C-89DC227281B0}"/>
              </a:ext>
            </a:extLst>
          </p:cNvPr>
          <p:cNvSpPr>
            <a:spLocks noGrp="1"/>
          </p:cNvSpPr>
          <p:nvPr>
            <p:ph type="body" sz="quarter" idx="15"/>
          </p:nvPr>
        </p:nvSpPr>
        <p:spPr>
          <a:xfrm>
            <a:off x="6277211" y="1543051"/>
            <a:ext cx="2287587" cy="198965"/>
          </a:xfrm>
          <a:prstGeom prst="rect">
            <a:avLst/>
          </a:prstGeom>
        </p:spPr>
        <p:txBody>
          <a:bodyPr wrap="square">
            <a:spAutoFit/>
          </a:bodyPr>
          <a:lstStyle>
            <a:lvl1pPr marL="0" indent="0">
              <a:buNone/>
              <a:defRPr/>
            </a:lvl1pPr>
          </a:lstStyle>
          <a:p>
            <a:pPr marL="0" indent="0">
              <a:buNone/>
            </a:pPr>
            <a:endParaRPr lang="en-US"/>
          </a:p>
        </p:txBody>
      </p:sp>
      <p:sp>
        <p:nvSpPr>
          <p:cNvPr id="12" name="Text Placeholder 8">
            <a:extLst>
              <a:ext uri="{FF2B5EF4-FFF2-40B4-BE49-F238E27FC236}">
                <a16:creationId xmlns:a16="http://schemas.microsoft.com/office/drawing/2014/main" id="{70D68CA3-4CC6-0B4F-BDE0-DE244907ED51}"/>
              </a:ext>
            </a:extLst>
          </p:cNvPr>
          <p:cNvSpPr>
            <a:spLocks noGrp="1"/>
          </p:cNvSpPr>
          <p:nvPr>
            <p:ph type="body" sz="quarter" idx="16"/>
          </p:nvPr>
        </p:nvSpPr>
        <p:spPr>
          <a:xfrm>
            <a:off x="6277211" y="1827863"/>
            <a:ext cx="2287587" cy="198965"/>
          </a:xfrm>
          <a:prstGeom prst="rect">
            <a:avLst/>
          </a:prstGeom>
        </p:spPr>
        <p:txBody>
          <a:bodyPr wrap="square">
            <a:spAutoFit/>
          </a:bodyPr>
          <a:lstStyle>
            <a:lvl1pPr marL="0" indent="0">
              <a:buNone/>
              <a:defRPr/>
            </a:lvl1pPr>
          </a:lstStyle>
          <a:p>
            <a:pPr marL="0" indent="0">
              <a:buNone/>
            </a:pPr>
            <a:endParaRPr lang="en-US"/>
          </a:p>
        </p:txBody>
      </p:sp>
    </p:spTree>
    <p:extLst>
      <p:ext uri="{BB962C8B-B14F-4D97-AF65-F5344CB8AC3E}">
        <p14:creationId xmlns:p14="http://schemas.microsoft.com/office/powerpoint/2010/main" val="1361124400"/>
      </p:ext>
    </p:extLst>
  </p:cSld>
  <p:clrMapOvr>
    <a:masterClrMapping/>
  </p:clrMapOvr>
  <p:extLst>
    <p:ext uri="{DCECCB84-F9BA-43D5-87BE-67443E8EF086}">
      <p15:sldGuideLst xmlns:p15="http://schemas.microsoft.com/office/powerpoint/2012/main">
        <p15:guide id="1" orient="horz" pos="114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4264E79F-030B-A442-85A4-6D961B31A743}"/>
              </a:ext>
            </a:extLst>
          </p:cNvPr>
          <p:cNvSpPr>
            <a:spLocks noGrp="1"/>
          </p:cNvSpPr>
          <p:nvPr userDrawn="1">
            <p:ph type="title"/>
          </p:nvPr>
        </p:nvSpPr>
        <p:spPr>
          <a:xfrm>
            <a:off x="587375" y="514350"/>
            <a:ext cx="7969250" cy="572464"/>
          </a:xfrm>
          <a:prstGeom prst="rect">
            <a:avLst/>
          </a:prstGeom>
        </p:spPr>
        <p:txBody>
          <a:bodyPr vert="horz" wrap="square" lIns="0" tIns="0" rIns="0" bIns="182880" rtlCol="0" anchor="t" anchorCtr="0">
            <a:spAutoFit/>
          </a:bodyPr>
          <a:lstStyle/>
          <a:p>
            <a:r>
              <a:rPr lang="en-US"/>
              <a:t>Click to edit Master title style</a:t>
            </a:r>
          </a:p>
        </p:txBody>
      </p:sp>
      <p:sp>
        <p:nvSpPr>
          <p:cNvPr id="6" name="TextBox 5">
            <a:extLst>
              <a:ext uri="{FF2B5EF4-FFF2-40B4-BE49-F238E27FC236}">
                <a16:creationId xmlns:a16="http://schemas.microsoft.com/office/drawing/2014/main" id="{4903B0D5-4B3B-3F46-BA88-82C33A23B3D5}"/>
              </a:ext>
            </a:extLst>
          </p:cNvPr>
          <p:cNvSpPr txBox="1"/>
          <p:nvPr userDrawn="1"/>
        </p:nvSpPr>
        <p:spPr>
          <a:xfrm>
            <a:off x="8734096" y="4841267"/>
            <a:ext cx="257504" cy="124329"/>
          </a:xfrm>
          <a:prstGeom prst="rect">
            <a:avLst/>
          </a:prstGeom>
          <a:noFill/>
        </p:spPr>
        <p:txBody>
          <a:bodyPr wrap="square" lIns="45720" tIns="0" rIns="0" bIns="0" rtlCol="0">
            <a:spAutoFit/>
          </a:bodyPr>
          <a:lstStyle>
            <a:defPPr>
              <a:defRPr lang="en-US"/>
            </a:defPPr>
            <a:lvl1pPr defTabSz="457200">
              <a:defRPr sz="750">
                <a:solidFill>
                  <a:schemeClr val="bg1">
                    <a:lumMod val="75000"/>
                  </a:schemeClr>
                </a:solidFill>
                <a:latin typeface="Lato" panose="020F0502020204030203" pitchFamily="34" charset="0"/>
              </a:defRPr>
            </a:lvl1pPr>
          </a:lstStyle>
          <a:p>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fld id="{0A52FF5E-384C-654F-BC85-B661B40A616C}" type="slidenum">
              <a:rPr kumimoji="0" lang="en-US" sz="750" b="0" i="0" u="none" strike="noStrike" kern="1200" cap="none" spc="0" normalizeH="0" baseline="0" noProof="0" smtClean="0">
                <a:ln>
                  <a:noFill/>
                </a:ln>
                <a:solidFill>
                  <a:srgbClr val="010101"/>
                </a:solidFill>
                <a:effectLst/>
                <a:uLnTx/>
                <a:uFillTx/>
                <a:latin typeface="Lato"/>
                <a:ea typeface="+mn-ea"/>
                <a:cs typeface="+mn-cs"/>
              </a:rPr>
              <a:pPr marL="0" marR="0" lvl="0" indent="0" algn="l" defTabSz="457200" rtl="0" eaLnBrk="1" fontAlgn="auto" latinLnBrk="0" hangingPunct="1">
                <a:lnSpc>
                  <a:spcPct val="120000"/>
                </a:lnSpc>
                <a:spcBef>
                  <a:spcPts val="0"/>
                </a:spcBef>
                <a:spcAft>
                  <a:spcPts val="800"/>
                </a:spcAft>
                <a:buClr>
                  <a:srgbClr val="CC1F20"/>
                </a:buClr>
                <a:buSzPct val="90000"/>
                <a:buFont typeface="Lato Light" panose="020B0604020202020204" pitchFamily="34" charset="0"/>
                <a:buNone/>
                <a:tabLst/>
                <a:defRPr/>
              </a:pPr>
              <a:t>‹#›</a:t>
            </a:fld>
            <a:endParaRPr kumimoji="0" lang="en-US" sz="750" b="0" i="0" u="none" strike="noStrike" kern="1200" cap="none" spc="0" normalizeH="0" baseline="0" noProof="0">
              <a:ln>
                <a:noFill/>
              </a:ln>
              <a:solidFill>
                <a:srgbClr val="010101"/>
              </a:solidFill>
              <a:effectLst/>
              <a:uLnTx/>
              <a:uFillTx/>
              <a:latin typeface="Lato"/>
              <a:ea typeface="+mn-ea"/>
              <a:cs typeface="+mn-cs"/>
            </a:endParaRPr>
          </a:p>
        </p:txBody>
      </p:sp>
      <p:pic>
        <p:nvPicPr>
          <p:cNvPr id="7" name="Picture 6">
            <a:extLst>
              <a:ext uri="{FF2B5EF4-FFF2-40B4-BE49-F238E27FC236}">
                <a16:creationId xmlns:a16="http://schemas.microsoft.com/office/drawing/2014/main" id="{3A19835B-8FC7-DF43-B198-4E479CCB2D6B}"/>
              </a:ext>
            </a:extLst>
          </p:cNvPr>
          <p:cNvPicPr>
            <a:picLocks noChangeAspect="1"/>
          </p:cNvPicPr>
          <p:nvPr userDrawn="1"/>
        </p:nvPicPr>
        <p:blipFill>
          <a:blip r:embed="rId42" cstate="screen">
            <a:extLst>
              <a:ext uri="{28A0092B-C50C-407E-A947-70E740481C1C}">
                <a14:useLocalDpi xmlns:a14="http://schemas.microsoft.com/office/drawing/2010/main"/>
              </a:ext>
              <a:ext uri="{96DAC541-7B7A-43D3-8B79-37D633B846F1}">
                <asvg:svgBlip xmlns:asvg="http://schemas.microsoft.com/office/drawing/2016/SVG/main" r:embed="rId43"/>
              </a:ext>
            </a:extLst>
          </a:blip>
          <a:srcRect/>
          <a:stretch/>
        </p:blipFill>
        <p:spPr>
          <a:xfrm>
            <a:off x="7972095" y="4781526"/>
            <a:ext cx="762000" cy="264160"/>
          </a:xfrm>
          <a:prstGeom prst="rect">
            <a:avLst/>
          </a:prstGeom>
        </p:spPr>
      </p:pic>
      <p:sp>
        <p:nvSpPr>
          <p:cNvPr id="2" name="Text Placeholder 1">
            <a:extLst>
              <a:ext uri="{FF2B5EF4-FFF2-40B4-BE49-F238E27FC236}">
                <a16:creationId xmlns:a16="http://schemas.microsoft.com/office/drawing/2014/main" id="{80989D6A-64F1-FC40-A8EE-9674A6160F6B}"/>
              </a:ext>
            </a:extLst>
          </p:cNvPr>
          <p:cNvSpPr>
            <a:spLocks noGrp="1"/>
          </p:cNvSpPr>
          <p:nvPr>
            <p:ph type="body" idx="1"/>
          </p:nvPr>
        </p:nvSpPr>
        <p:spPr>
          <a:xfrm>
            <a:off x="587375" y="1101102"/>
            <a:ext cx="7972426" cy="10571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1974998"/>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 id="2147483916" r:id="rId31"/>
    <p:sldLayoutId id="2147483917" r:id="rId32"/>
    <p:sldLayoutId id="2147483918" r:id="rId33"/>
    <p:sldLayoutId id="2147483919" r:id="rId34"/>
    <p:sldLayoutId id="2147483920" r:id="rId35"/>
    <p:sldLayoutId id="2147483921" r:id="rId36"/>
    <p:sldLayoutId id="2147483922" r:id="rId37"/>
    <p:sldLayoutId id="2147483923" r:id="rId38"/>
    <p:sldLayoutId id="2147483924" r:id="rId39"/>
    <p:sldLayoutId id="2147483925" r:id="rId40"/>
  </p:sldLayoutIdLst>
  <p:txStyles>
    <p:titleStyle>
      <a:lvl1pPr algn="l" defTabSz="685800" rtl="0" eaLnBrk="1" latinLnBrk="0" hangingPunct="1">
        <a:lnSpc>
          <a:spcPct val="90000"/>
        </a:lnSpc>
        <a:spcBef>
          <a:spcPct val="0"/>
        </a:spcBef>
        <a:buNone/>
        <a:defRPr sz="2800" b="1" i="0" kern="1200">
          <a:solidFill>
            <a:schemeClr val="tx1"/>
          </a:solidFill>
          <a:latin typeface="Lato Black" panose="020F0A02020204030203" pitchFamily="34" charset="0"/>
          <a:ea typeface="+mj-ea"/>
          <a:cs typeface="+mj-cs"/>
        </a:defRPr>
      </a:lvl1pPr>
    </p:titleStyle>
    <p:bodyStyle>
      <a:lvl1pPr marL="0" indent="0" algn="l" defTabSz="685800" rtl="0" eaLnBrk="1" latinLnBrk="0" hangingPunct="1">
        <a:lnSpc>
          <a:spcPct val="120000"/>
        </a:lnSpc>
        <a:spcBef>
          <a:spcPts val="0"/>
        </a:spcBef>
        <a:spcAft>
          <a:spcPts val="600"/>
        </a:spcAft>
        <a:buClr>
          <a:schemeClr val="tx2"/>
        </a:buClr>
        <a:buSzPct val="90000"/>
        <a:buFont typeface="Arial" panose="020B0604020202020204" pitchFamily="34" charset="0"/>
        <a:buNone/>
        <a:tabLst/>
        <a:defRPr sz="1200" b="0" i="0" kern="1200">
          <a:solidFill>
            <a:schemeClr val="tx1"/>
          </a:solidFill>
          <a:latin typeface="+mn-lt"/>
          <a:ea typeface="+mn-ea"/>
          <a:cs typeface="+mn-cs"/>
        </a:defRPr>
      </a:lvl1pPr>
      <a:lvl2pPr marL="115888" indent="-118872" algn="l" defTabSz="685800" rtl="0" eaLnBrk="1" latinLnBrk="0" hangingPunct="1">
        <a:lnSpc>
          <a:spcPct val="120000"/>
        </a:lnSpc>
        <a:spcBef>
          <a:spcPts val="0"/>
        </a:spcBef>
        <a:spcAft>
          <a:spcPts val="0"/>
        </a:spcAft>
        <a:buClr>
          <a:schemeClr val="tx2"/>
        </a:buClr>
        <a:buSzPct val="90000"/>
        <a:buFont typeface="Arial" panose="020B0604020202020204" pitchFamily="34" charset="0"/>
        <a:buChar char="•"/>
        <a:tabLst/>
        <a:defRPr sz="1200" b="0" i="0" kern="1200">
          <a:solidFill>
            <a:schemeClr val="tx1"/>
          </a:solidFill>
          <a:latin typeface="+mn-lt"/>
          <a:ea typeface="+mn-ea"/>
          <a:cs typeface="+mn-cs"/>
        </a:defRPr>
      </a:lvl2pPr>
      <a:lvl3pPr marL="237744" indent="-122238" algn="l" defTabSz="685800" rtl="0" eaLnBrk="1" latinLnBrk="0" hangingPunct="1">
        <a:lnSpc>
          <a:spcPct val="120000"/>
        </a:lnSpc>
        <a:spcBef>
          <a:spcPts val="0"/>
        </a:spcBef>
        <a:spcAft>
          <a:spcPts val="0"/>
        </a:spcAft>
        <a:buClr>
          <a:schemeClr val="tx2"/>
        </a:buClr>
        <a:buSzPct val="90000"/>
        <a:buFont typeface="Arial" panose="020B0604020202020204" pitchFamily="34" charset="0"/>
        <a:buChar char="•"/>
        <a:tabLst/>
        <a:defRPr sz="1100" b="0" i="0" kern="1200">
          <a:solidFill>
            <a:schemeClr val="tx1"/>
          </a:solidFill>
          <a:latin typeface="+mn-lt"/>
          <a:ea typeface="+mn-ea"/>
          <a:cs typeface="+mn-cs"/>
        </a:defRPr>
      </a:lvl3pPr>
      <a:lvl4pPr marL="356616" indent="-118872" algn="l" defTabSz="685800" rtl="0" eaLnBrk="1" latinLnBrk="0" hangingPunct="1">
        <a:lnSpc>
          <a:spcPct val="120000"/>
        </a:lnSpc>
        <a:spcBef>
          <a:spcPts val="0"/>
        </a:spcBef>
        <a:spcAft>
          <a:spcPts val="0"/>
        </a:spcAft>
        <a:buClr>
          <a:schemeClr val="tx2"/>
        </a:buClr>
        <a:buSzPct val="90000"/>
        <a:buFont typeface="Arial" panose="020B0604020202020204" pitchFamily="34" charset="0"/>
        <a:buChar char="•"/>
        <a:tabLst/>
        <a:defRPr sz="1000" b="0" i="0" kern="1200">
          <a:solidFill>
            <a:schemeClr val="tx1"/>
          </a:solidFill>
          <a:latin typeface="+mn-lt"/>
          <a:ea typeface="+mn-ea"/>
          <a:cs typeface="+mn-cs"/>
        </a:defRPr>
      </a:lvl4pPr>
      <a:lvl5pPr marL="475488" indent="-118872" algn="l" defTabSz="685800" rtl="0" eaLnBrk="1" latinLnBrk="0" hangingPunct="1">
        <a:lnSpc>
          <a:spcPct val="120000"/>
        </a:lnSpc>
        <a:spcBef>
          <a:spcPts val="0"/>
        </a:spcBef>
        <a:spcAft>
          <a:spcPts val="0"/>
        </a:spcAft>
        <a:buClr>
          <a:schemeClr val="tx2"/>
        </a:buClr>
        <a:buSzPct val="90000"/>
        <a:buFont typeface="Arial" panose="020B0604020202020204" pitchFamily="34" charset="0"/>
        <a:buChar char="•"/>
        <a:tabLst/>
        <a:defRPr sz="90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
          <p15:clr>
            <a:srgbClr val="F26B43"/>
          </p15:clr>
        </p15:guide>
        <p15:guide id="2" pos="370">
          <p15:clr>
            <a:srgbClr val="F26B43"/>
          </p15:clr>
        </p15:guide>
        <p15:guide id="3" orient="horz" pos="2916">
          <p15:clr>
            <a:srgbClr val="F26B43"/>
          </p15:clr>
        </p15:guide>
        <p15:guide id="4" pos="5392">
          <p15:clr>
            <a:srgbClr val="F26B43"/>
          </p15:clr>
        </p15:guide>
        <p15:guide id="5" pos="782">
          <p15:clr>
            <a:srgbClr val="F26B43"/>
          </p15:clr>
        </p15:guide>
        <p15:guide id="6" pos="879">
          <p15:clr>
            <a:srgbClr val="F26B43"/>
          </p15:clr>
        </p15:guide>
        <p15:guide id="7" pos="1294">
          <p15:clr>
            <a:srgbClr val="F26B43"/>
          </p15:clr>
        </p15:guide>
        <p15:guide id="8" pos="1392">
          <p15:clr>
            <a:srgbClr val="F26B43"/>
          </p15:clr>
        </p15:guide>
        <p15:guide id="9" pos="1807">
          <p15:clr>
            <a:srgbClr val="F26B43"/>
          </p15:clr>
        </p15:guide>
        <p15:guide id="10" pos="1902">
          <p15:clr>
            <a:srgbClr val="F26B43"/>
          </p15:clr>
        </p15:guide>
        <p15:guide id="11" pos="2320">
          <p15:clr>
            <a:srgbClr val="F26B43"/>
          </p15:clr>
        </p15:guide>
        <p15:guide id="12" pos="2415">
          <p15:clr>
            <a:srgbClr val="F26B43"/>
          </p15:clr>
        </p15:guide>
        <p15:guide id="13" pos="2830">
          <p15:clr>
            <a:srgbClr val="F26B43"/>
          </p15:clr>
        </p15:guide>
        <p15:guide id="14" pos="2928">
          <p15:clr>
            <a:srgbClr val="F26B43"/>
          </p15:clr>
        </p15:guide>
        <p15:guide id="15" pos="3343">
          <p15:clr>
            <a:srgbClr val="F26B43"/>
          </p15:clr>
        </p15:guide>
        <p15:guide id="16" pos="3438">
          <p15:clr>
            <a:srgbClr val="F26B43"/>
          </p15:clr>
        </p15:guide>
        <p15:guide id="17" pos="3856">
          <p15:clr>
            <a:srgbClr val="F26B43"/>
          </p15:clr>
        </p15:guide>
        <p15:guide id="18" pos="3951">
          <p15:clr>
            <a:srgbClr val="F26B43"/>
          </p15:clr>
        </p15:guide>
        <p15:guide id="19" pos="4366">
          <p15:clr>
            <a:srgbClr val="F26B43"/>
          </p15:clr>
        </p15:guide>
        <p15:guide id="20" pos="4463">
          <p15:clr>
            <a:srgbClr val="F26B43"/>
          </p15:clr>
        </p15:guide>
        <p15:guide id="21" pos="4879">
          <p15:clr>
            <a:srgbClr val="F26B43"/>
          </p15:clr>
        </p15:guide>
        <p15:guide id="22" pos="4974">
          <p15:clr>
            <a:srgbClr val="F26B43"/>
          </p15:clr>
        </p15:guide>
        <p15:guide id="23" orient="horz" pos="1620">
          <p15:clr>
            <a:srgbClr val="F26B43"/>
          </p15:clr>
        </p15:guide>
        <p15:guide id="25" orient="horz" pos="2268">
          <p15:clr>
            <a:srgbClr val="F26B43"/>
          </p15:clr>
        </p15:guide>
        <p15:guide id="36" orient="horz" pos="9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FF72F2-A086-4D49-8489-51D136A58163}"/>
              </a:ext>
            </a:extLst>
          </p:cNvPr>
          <p:cNvSpPr>
            <a:spLocks noGrp="1"/>
          </p:cNvSpPr>
          <p:nvPr>
            <p:ph type="body" sz="quarter" idx="10"/>
          </p:nvPr>
        </p:nvSpPr>
        <p:spPr>
          <a:xfrm>
            <a:off x="299997" y="999380"/>
            <a:ext cx="8544006" cy="886397"/>
          </a:xfrm>
        </p:spPr>
        <p:txBody>
          <a:bodyPr/>
          <a:lstStyle/>
          <a:p>
            <a:r>
              <a:rPr lang="en-US" sz="3200" dirty="0"/>
              <a:t>Case Study: Analyzing House Price Data with Machine Learning</a:t>
            </a:r>
          </a:p>
        </p:txBody>
      </p:sp>
      <p:sp>
        <p:nvSpPr>
          <p:cNvPr id="3" name="Text Placeholder 3">
            <a:extLst>
              <a:ext uri="{FF2B5EF4-FFF2-40B4-BE49-F238E27FC236}">
                <a16:creationId xmlns:a16="http://schemas.microsoft.com/office/drawing/2014/main" id="{F28A7D90-6895-CFB1-B4AC-56961B6881DD}"/>
              </a:ext>
            </a:extLst>
          </p:cNvPr>
          <p:cNvSpPr txBox="1">
            <a:spLocks/>
          </p:cNvSpPr>
          <p:nvPr/>
        </p:nvSpPr>
        <p:spPr>
          <a:xfrm>
            <a:off x="236806" y="3718842"/>
            <a:ext cx="6156559" cy="369332"/>
          </a:xfrm>
          <a:prstGeom prst="rect">
            <a:avLst/>
          </a:prstGeom>
        </p:spPr>
        <p:txBody>
          <a:bodyPr vert="horz" wrap="square" lIns="0" tIns="0" rIns="0" bIns="0" rtlCol="0">
            <a:spAutoFit/>
          </a:bodyPr>
          <a:lstStyle>
            <a:lvl1pPr marL="0" indent="0" algn="l" defTabSz="685800" rtl="0" eaLnBrk="1" latinLnBrk="0" hangingPunct="1">
              <a:lnSpc>
                <a:spcPct val="90000"/>
              </a:lnSpc>
              <a:spcBef>
                <a:spcPts val="0"/>
              </a:spcBef>
              <a:spcAft>
                <a:spcPts val="0"/>
              </a:spcAft>
              <a:buClr>
                <a:schemeClr val="tx2"/>
              </a:buClr>
              <a:buSzPct val="90000"/>
              <a:buFont typeface="Arial" panose="020B0604020202020204" pitchFamily="34" charset="0"/>
              <a:buNone/>
              <a:tabLst/>
              <a:defRPr lang="en-US" sz="4800" b="0" i="0" kern="1200" dirty="0" smtClean="0">
                <a:solidFill>
                  <a:schemeClr val="tx1"/>
                </a:solidFill>
                <a:latin typeface="Lato Black" panose="020F0A02020204030203" pitchFamily="34" charset="0"/>
                <a:ea typeface="+mj-ea"/>
                <a:cs typeface="+mj-cs"/>
              </a:defRPr>
            </a:lvl1pPr>
            <a:lvl2pPr marL="6350" indent="0" algn="l" defTabSz="685800" rtl="0" eaLnBrk="1" latinLnBrk="0" hangingPunct="1">
              <a:lnSpc>
                <a:spcPct val="120000"/>
              </a:lnSpc>
              <a:spcBef>
                <a:spcPts val="0"/>
              </a:spcBef>
              <a:spcAft>
                <a:spcPts val="0"/>
              </a:spcAft>
              <a:buClr>
                <a:schemeClr val="tx2"/>
              </a:buClr>
              <a:buSzPct val="90000"/>
              <a:buFont typeface="Arial" panose="020B0604020202020204" pitchFamily="34" charset="0"/>
              <a:buNone/>
              <a:tabLst/>
              <a:defRPr sz="1200" b="0" i="0" kern="1200">
                <a:solidFill>
                  <a:schemeClr val="tx1"/>
                </a:solidFill>
                <a:latin typeface="+mn-lt"/>
                <a:ea typeface="+mn-ea"/>
                <a:cs typeface="+mn-cs"/>
              </a:defRPr>
            </a:lvl2pPr>
            <a:lvl3pPr marL="237744" indent="-122238" algn="l" defTabSz="685800" rtl="0" eaLnBrk="1" latinLnBrk="0" hangingPunct="1">
              <a:lnSpc>
                <a:spcPct val="120000"/>
              </a:lnSpc>
              <a:spcBef>
                <a:spcPts val="0"/>
              </a:spcBef>
              <a:spcAft>
                <a:spcPts val="0"/>
              </a:spcAft>
              <a:buClr>
                <a:schemeClr val="tx2"/>
              </a:buClr>
              <a:buSzPct val="90000"/>
              <a:buFont typeface="Arial" panose="020B0604020202020204" pitchFamily="34" charset="0"/>
              <a:buChar char="•"/>
              <a:tabLst/>
              <a:defRPr sz="1100" b="0" i="0" kern="1200">
                <a:solidFill>
                  <a:schemeClr val="tx1"/>
                </a:solidFill>
                <a:latin typeface="+mn-lt"/>
                <a:ea typeface="+mn-ea"/>
                <a:cs typeface="+mn-cs"/>
              </a:defRPr>
            </a:lvl3pPr>
            <a:lvl4pPr marL="356616" indent="-118872" algn="l" defTabSz="685800" rtl="0" eaLnBrk="1" latinLnBrk="0" hangingPunct="1">
              <a:lnSpc>
                <a:spcPct val="120000"/>
              </a:lnSpc>
              <a:spcBef>
                <a:spcPts val="0"/>
              </a:spcBef>
              <a:spcAft>
                <a:spcPts val="0"/>
              </a:spcAft>
              <a:buClr>
                <a:schemeClr val="tx2"/>
              </a:buClr>
              <a:buSzPct val="90000"/>
              <a:buFont typeface="Arial" panose="020B0604020202020204" pitchFamily="34" charset="0"/>
              <a:buChar char="•"/>
              <a:tabLst/>
              <a:defRPr sz="1000" b="0" i="0" kern="1200">
                <a:solidFill>
                  <a:schemeClr val="tx1"/>
                </a:solidFill>
                <a:latin typeface="+mn-lt"/>
                <a:ea typeface="+mn-ea"/>
                <a:cs typeface="+mn-cs"/>
              </a:defRPr>
            </a:lvl4pPr>
            <a:lvl5pPr marL="475488" indent="-118872" algn="l" defTabSz="685800" rtl="0" eaLnBrk="1" latinLnBrk="0" hangingPunct="1">
              <a:lnSpc>
                <a:spcPct val="120000"/>
              </a:lnSpc>
              <a:spcBef>
                <a:spcPts val="0"/>
              </a:spcBef>
              <a:spcAft>
                <a:spcPts val="0"/>
              </a:spcAft>
              <a:buClr>
                <a:schemeClr val="tx2"/>
              </a:buClr>
              <a:buSzPct val="90000"/>
              <a:buFont typeface="Arial" panose="020B0604020202020204" pitchFamily="34" charset="0"/>
              <a:buChar char="•"/>
              <a:tabLst/>
              <a:defRPr sz="90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Aft>
                <a:spcPts val="400"/>
              </a:spcAft>
            </a:pPr>
            <a:r>
              <a:rPr lang="en-US" sz="2400" b="1" dirty="0"/>
              <a:t>Speaker: Luis Alberto Bolaños Salazar.</a:t>
            </a:r>
          </a:p>
        </p:txBody>
      </p:sp>
    </p:spTree>
    <p:extLst>
      <p:ext uri="{BB962C8B-B14F-4D97-AF65-F5344CB8AC3E}">
        <p14:creationId xmlns:p14="http://schemas.microsoft.com/office/powerpoint/2010/main" val="1735442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31705-2D2C-0053-4163-8ACA0C85F6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1E2A07-36A7-62CF-35D4-E44D4EB2DF5B}"/>
              </a:ext>
            </a:extLst>
          </p:cNvPr>
          <p:cNvSpPr>
            <a:spLocks noGrp="1"/>
          </p:cNvSpPr>
          <p:nvPr>
            <p:ph type="title"/>
          </p:nvPr>
        </p:nvSpPr>
        <p:spPr>
          <a:xfrm>
            <a:off x="605654" y="2032427"/>
            <a:ext cx="2121644" cy="923330"/>
          </a:xfrm>
        </p:spPr>
        <p:txBody>
          <a:bodyPr/>
          <a:lstStyle/>
          <a:p>
            <a:pPr>
              <a:lnSpc>
                <a:spcPct val="100000"/>
              </a:lnSpc>
            </a:pPr>
            <a:r>
              <a:rPr lang="en-US" sz="1000" b="0" spc="140" dirty="0">
                <a:solidFill>
                  <a:schemeClr val="tx2"/>
                </a:solidFill>
                <a:latin typeface="Roboto Condensed" panose="02000000000000000000" pitchFamily="2" charset="0"/>
                <a:ea typeface="Roboto Condensed" panose="02000000000000000000" pitchFamily="2" charset="0"/>
                <a:cs typeface="+mn-cs"/>
              </a:rPr>
              <a:t>Analyzing House Price Data with Machine Learning</a:t>
            </a:r>
            <a:br>
              <a:rPr lang="en-US" dirty="0">
                <a:latin typeface="+mj-lt"/>
              </a:rPr>
            </a:br>
            <a:r>
              <a:rPr lang="en-US" sz="2800" b="1" dirty="0">
                <a:latin typeface="+mj-lt"/>
              </a:rPr>
              <a:t>Agenda</a:t>
            </a:r>
          </a:p>
        </p:txBody>
      </p:sp>
      <p:sp>
        <p:nvSpPr>
          <p:cNvPr id="4" name="TextBox 3">
            <a:extLst>
              <a:ext uri="{FF2B5EF4-FFF2-40B4-BE49-F238E27FC236}">
                <a16:creationId xmlns:a16="http://schemas.microsoft.com/office/drawing/2014/main" id="{680D8A49-B2C7-C646-78D1-B1C9EF68AB09}"/>
              </a:ext>
            </a:extLst>
          </p:cNvPr>
          <p:cNvSpPr txBox="1"/>
          <p:nvPr/>
        </p:nvSpPr>
        <p:spPr>
          <a:xfrm>
            <a:off x="4857464" y="916489"/>
            <a:ext cx="3233590"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sz="1600" b="0" i="0" kern="1200">
                <a:solidFill>
                  <a:schemeClr val="tx1">
                    <a:lumMod val="75000"/>
                    <a:lumOff val="25000"/>
                  </a:schemeClr>
                </a:solidFill>
                <a:latin typeface="Lato Light" panose="020F0302020204030203" pitchFamily="34" charset="77"/>
                <a:ea typeface="+mn-ea"/>
                <a:cs typeface="+mn-cs"/>
              </a:defRPr>
            </a:defPPr>
            <a:lvl1pPr marL="0" indent="0" algn="l" defTabSz="914377" rtl="0" eaLnBrk="1" latinLnBrk="0" hangingPunct="1">
              <a:lnSpc>
                <a:spcPct val="120000"/>
              </a:lnSpc>
              <a:spcBef>
                <a:spcPts val="0"/>
              </a:spcBef>
              <a:spcAft>
                <a:spcPts val="1067"/>
              </a:spcAft>
              <a:buClr>
                <a:schemeClr val="tx2"/>
              </a:buClr>
              <a:buSzPct val="90000"/>
              <a:buFont typeface="Lato Light" panose="020B0604020202020204" pitchFamily="34" charset="0"/>
              <a:buNone/>
              <a:tabLst/>
              <a:defRPr sz="1600" b="0" i="0" kern="1200">
                <a:solidFill>
                  <a:schemeClr val="tx1">
                    <a:lumMod val="75000"/>
                    <a:lumOff val="25000"/>
                  </a:schemeClr>
                </a:solidFill>
                <a:latin typeface="Lato Light" panose="020F0302020204030203" pitchFamily="34" charset="77"/>
                <a:ea typeface="+mn-ea"/>
                <a:cs typeface="+mn-cs"/>
              </a:defRPr>
            </a:lvl1pPr>
            <a:lvl2pPr marL="154513"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600" b="0" i="0" kern="1200">
                <a:solidFill>
                  <a:schemeClr val="tx1">
                    <a:lumMod val="75000"/>
                    <a:lumOff val="25000"/>
                  </a:schemeClr>
                </a:solidFill>
                <a:latin typeface="Lato Light" panose="020F0302020204030203" pitchFamily="34" charset="77"/>
                <a:ea typeface="+mn-ea"/>
                <a:cs typeface="+mn-cs"/>
              </a:defRPr>
            </a:lvl2pPr>
            <a:lvl3pPr marL="309026" indent="-162980"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467" b="0" i="0" kern="1200">
                <a:solidFill>
                  <a:schemeClr val="tx1">
                    <a:lumMod val="75000"/>
                    <a:lumOff val="25000"/>
                  </a:schemeClr>
                </a:solidFill>
                <a:latin typeface="Lato Light" panose="020F0302020204030203" pitchFamily="34" charset="77"/>
                <a:ea typeface="+mn-ea"/>
                <a:cs typeface="+mn-cs"/>
              </a:defRPr>
            </a:lvl3pPr>
            <a:lvl4pPr marL="463539"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333" b="0" i="0" kern="1200">
                <a:solidFill>
                  <a:schemeClr val="tx1">
                    <a:lumMod val="75000"/>
                    <a:lumOff val="25000"/>
                  </a:schemeClr>
                </a:solidFill>
                <a:latin typeface="Lato Light" panose="020F0302020204030203" pitchFamily="34" charset="77"/>
                <a:ea typeface="+mn-ea"/>
                <a:cs typeface="+mn-cs"/>
              </a:defRPr>
            </a:lvl4pPr>
            <a:lvl5pPr marL="539737" indent="-10159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5pPr>
            <a:lvl6pPr>
              <a:defRPr sz="1333"/>
            </a:lvl6pPr>
            <a:lvl7pPr>
              <a:defRPr sz="1333"/>
            </a:lvl7pPr>
            <a:lvl8pPr>
              <a:defRPr sz="1333"/>
            </a:lvl8pPr>
            <a:lvl9pPr>
              <a:defRPr sz="1333"/>
            </a:lvl9pPr>
          </a:lstStyle>
          <a:p>
            <a:pPr defTabSz="685800">
              <a:lnSpc>
                <a:spcPct val="100000"/>
              </a:lnSpc>
              <a:spcAft>
                <a:spcPts val="400"/>
              </a:spcAft>
            </a:pPr>
            <a:r>
              <a:rPr lang="en-US" sz="1400" b="1" dirty="0">
                <a:solidFill>
                  <a:schemeClr val="tx1"/>
                </a:solidFill>
                <a:latin typeface="+mj-lt"/>
              </a:rPr>
              <a:t>Presentation:</a:t>
            </a:r>
          </a:p>
        </p:txBody>
      </p:sp>
      <p:sp>
        <p:nvSpPr>
          <p:cNvPr id="5" name="TextBox 4">
            <a:extLst>
              <a:ext uri="{FF2B5EF4-FFF2-40B4-BE49-F238E27FC236}">
                <a16:creationId xmlns:a16="http://schemas.microsoft.com/office/drawing/2014/main" id="{C35C506B-5FB9-875C-1D5B-4703971FE3B4}"/>
              </a:ext>
            </a:extLst>
          </p:cNvPr>
          <p:cNvSpPr txBox="1"/>
          <p:nvPr/>
        </p:nvSpPr>
        <p:spPr>
          <a:xfrm>
            <a:off x="4867857" y="1865449"/>
            <a:ext cx="3111939" cy="166199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sz="1600" b="0" i="0" kern="1200">
                <a:solidFill>
                  <a:schemeClr val="tx1">
                    <a:lumMod val="75000"/>
                    <a:lumOff val="25000"/>
                  </a:schemeClr>
                </a:solidFill>
                <a:latin typeface="Lato Light" panose="020F0302020204030203" pitchFamily="34" charset="77"/>
                <a:ea typeface="+mn-ea"/>
                <a:cs typeface="+mn-cs"/>
              </a:defRPr>
            </a:defPPr>
            <a:lvl1pPr marL="0" indent="0" algn="l" defTabSz="914377" rtl="0" eaLnBrk="1" latinLnBrk="0" hangingPunct="1">
              <a:lnSpc>
                <a:spcPct val="120000"/>
              </a:lnSpc>
              <a:spcBef>
                <a:spcPts val="0"/>
              </a:spcBef>
              <a:spcAft>
                <a:spcPts val="1067"/>
              </a:spcAft>
              <a:buClr>
                <a:schemeClr val="tx2"/>
              </a:buClr>
              <a:buSzPct val="90000"/>
              <a:buFont typeface="Lato Light" panose="020B0604020202020204" pitchFamily="34" charset="0"/>
              <a:buNone/>
              <a:tabLst/>
              <a:defRPr sz="1600" b="0" i="0" kern="1200">
                <a:solidFill>
                  <a:schemeClr val="tx1">
                    <a:lumMod val="75000"/>
                    <a:lumOff val="25000"/>
                  </a:schemeClr>
                </a:solidFill>
                <a:latin typeface="Lato Light" panose="020F0302020204030203" pitchFamily="34" charset="77"/>
                <a:ea typeface="+mn-ea"/>
                <a:cs typeface="+mn-cs"/>
              </a:defRPr>
            </a:lvl1pPr>
            <a:lvl2pPr marL="154513"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600" b="0" i="0" kern="1200">
                <a:solidFill>
                  <a:schemeClr val="tx1">
                    <a:lumMod val="75000"/>
                    <a:lumOff val="25000"/>
                  </a:schemeClr>
                </a:solidFill>
                <a:latin typeface="Lato Light" panose="020F0302020204030203" pitchFamily="34" charset="77"/>
                <a:ea typeface="+mn-ea"/>
                <a:cs typeface="+mn-cs"/>
              </a:defRPr>
            </a:lvl2pPr>
            <a:lvl3pPr marL="309026" indent="-162980"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467" b="0" i="0" kern="1200">
                <a:solidFill>
                  <a:schemeClr val="tx1">
                    <a:lumMod val="75000"/>
                    <a:lumOff val="25000"/>
                  </a:schemeClr>
                </a:solidFill>
                <a:latin typeface="Lato Light" panose="020F0302020204030203" pitchFamily="34" charset="77"/>
                <a:ea typeface="+mn-ea"/>
                <a:cs typeface="+mn-cs"/>
              </a:defRPr>
            </a:lvl3pPr>
            <a:lvl4pPr marL="463539"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333" b="0" i="0" kern="1200">
                <a:solidFill>
                  <a:schemeClr val="tx1">
                    <a:lumMod val="75000"/>
                    <a:lumOff val="25000"/>
                  </a:schemeClr>
                </a:solidFill>
                <a:latin typeface="Lato Light" panose="020F0302020204030203" pitchFamily="34" charset="77"/>
                <a:ea typeface="+mn-ea"/>
                <a:cs typeface="+mn-cs"/>
              </a:defRPr>
            </a:lvl4pPr>
            <a:lvl5pPr marL="539737" indent="-10159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5pPr>
            <a:lvl6pPr>
              <a:defRPr sz="1333"/>
            </a:lvl6pPr>
            <a:lvl7pPr>
              <a:defRPr sz="1333"/>
            </a:lvl7pPr>
            <a:lvl8pPr>
              <a:defRPr sz="1333"/>
            </a:lvl8pPr>
            <a:lvl9pPr>
              <a:defRPr sz="1333"/>
            </a:lvl9pPr>
          </a:lstStyle>
          <a:p>
            <a:pPr defTabSz="685800">
              <a:lnSpc>
                <a:spcPct val="100000"/>
              </a:lnSpc>
              <a:spcAft>
                <a:spcPts val="400"/>
              </a:spcAft>
            </a:pPr>
            <a:r>
              <a:rPr lang="en-US" sz="1400" b="1" dirty="0">
                <a:solidFill>
                  <a:schemeClr val="tx1"/>
                </a:solidFill>
                <a:latin typeface="+mj-lt"/>
              </a:rPr>
              <a:t>Objective</a:t>
            </a:r>
          </a:p>
          <a:p>
            <a:pPr defTabSz="685800">
              <a:lnSpc>
                <a:spcPct val="100000"/>
              </a:lnSpc>
              <a:spcAft>
                <a:spcPts val="400"/>
              </a:spcAft>
            </a:pPr>
            <a:r>
              <a:rPr lang="en-US" sz="1400" dirty="0">
                <a:solidFill>
                  <a:schemeClr val="tx1"/>
                </a:solidFill>
                <a:latin typeface="Lato" panose="020F0502020204030203" pitchFamily="34" charset="77"/>
              </a:rPr>
              <a:t>Step-by-step machine learning cycle: analysis, preprocessing, </a:t>
            </a:r>
          </a:p>
          <a:p>
            <a:pPr defTabSz="685800">
              <a:lnSpc>
                <a:spcPct val="100000"/>
              </a:lnSpc>
              <a:spcAft>
                <a:spcPts val="400"/>
              </a:spcAft>
            </a:pPr>
            <a:r>
              <a:rPr lang="en-US" sz="1400" dirty="0">
                <a:solidFill>
                  <a:schemeClr val="tx1"/>
                </a:solidFill>
                <a:latin typeface="Lato" panose="020F0502020204030203" pitchFamily="34" charset="77"/>
              </a:rPr>
              <a:t>feature engineering, training, evaluation, and deployment of a model</a:t>
            </a:r>
          </a:p>
          <a:p>
            <a:pPr defTabSz="685800">
              <a:lnSpc>
                <a:spcPct val="100000"/>
              </a:lnSpc>
              <a:spcAft>
                <a:spcPts val="400"/>
              </a:spcAft>
            </a:pPr>
            <a:r>
              <a:rPr lang="en-US" sz="1400" dirty="0">
                <a:solidFill>
                  <a:schemeClr val="tx1"/>
                </a:solidFill>
                <a:latin typeface="Lato" panose="020F0502020204030203" pitchFamily="34" charset="77"/>
              </a:rPr>
              <a:t>to predict house prices in Hyderabad, India</a:t>
            </a:r>
          </a:p>
        </p:txBody>
      </p:sp>
      <p:sp>
        <p:nvSpPr>
          <p:cNvPr id="6" name="TextBox 5">
            <a:extLst>
              <a:ext uri="{FF2B5EF4-FFF2-40B4-BE49-F238E27FC236}">
                <a16:creationId xmlns:a16="http://schemas.microsoft.com/office/drawing/2014/main" id="{8F8BE4D9-AE2E-1AC7-96D2-A074F5DC0EB4}"/>
              </a:ext>
            </a:extLst>
          </p:cNvPr>
          <p:cNvSpPr txBox="1"/>
          <p:nvPr/>
        </p:nvSpPr>
        <p:spPr>
          <a:xfrm>
            <a:off x="4857461" y="3824913"/>
            <a:ext cx="3111937" cy="91307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sz="1600" b="0" i="0" kern="1200">
                <a:solidFill>
                  <a:schemeClr val="tx1">
                    <a:lumMod val="75000"/>
                    <a:lumOff val="25000"/>
                  </a:schemeClr>
                </a:solidFill>
                <a:latin typeface="Lato Light" panose="020F0302020204030203" pitchFamily="34" charset="77"/>
                <a:ea typeface="+mn-ea"/>
                <a:cs typeface="+mn-cs"/>
              </a:defRPr>
            </a:defPPr>
            <a:lvl1pPr marL="0" indent="0" algn="l" defTabSz="914377" rtl="0" eaLnBrk="1" latinLnBrk="0" hangingPunct="1">
              <a:lnSpc>
                <a:spcPct val="120000"/>
              </a:lnSpc>
              <a:spcBef>
                <a:spcPts val="0"/>
              </a:spcBef>
              <a:spcAft>
                <a:spcPts val="1067"/>
              </a:spcAft>
              <a:buClr>
                <a:schemeClr val="tx2"/>
              </a:buClr>
              <a:buSzPct val="90000"/>
              <a:buFont typeface="Lato Light" panose="020B0604020202020204" pitchFamily="34" charset="0"/>
              <a:buNone/>
              <a:tabLst/>
              <a:defRPr sz="1600" b="0" i="0" kern="1200">
                <a:solidFill>
                  <a:schemeClr val="tx1">
                    <a:lumMod val="75000"/>
                    <a:lumOff val="25000"/>
                  </a:schemeClr>
                </a:solidFill>
                <a:latin typeface="Lato Light" panose="020F0302020204030203" pitchFamily="34" charset="77"/>
                <a:ea typeface="+mn-ea"/>
                <a:cs typeface="+mn-cs"/>
              </a:defRPr>
            </a:lvl1pPr>
            <a:lvl2pPr marL="154513"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600" b="0" i="0" kern="1200">
                <a:solidFill>
                  <a:schemeClr val="tx1">
                    <a:lumMod val="75000"/>
                    <a:lumOff val="25000"/>
                  </a:schemeClr>
                </a:solidFill>
                <a:latin typeface="Lato Light" panose="020F0302020204030203" pitchFamily="34" charset="77"/>
                <a:ea typeface="+mn-ea"/>
                <a:cs typeface="+mn-cs"/>
              </a:defRPr>
            </a:lvl2pPr>
            <a:lvl3pPr marL="309026" indent="-162980"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467" b="0" i="0" kern="1200">
                <a:solidFill>
                  <a:schemeClr val="tx1">
                    <a:lumMod val="75000"/>
                    <a:lumOff val="25000"/>
                  </a:schemeClr>
                </a:solidFill>
                <a:latin typeface="Lato Light" panose="020F0302020204030203" pitchFamily="34" charset="77"/>
                <a:ea typeface="+mn-ea"/>
                <a:cs typeface="+mn-cs"/>
              </a:defRPr>
            </a:lvl3pPr>
            <a:lvl4pPr marL="463539"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333" b="0" i="0" kern="1200">
                <a:solidFill>
                  <a:schemeClr val="tx1">
                    <a:lumMod val="75000"/>
                    <a:lumOff val="25000"/>
                  </a:schemeClr>
                </a:solidFill>
                <a:latin typeface="Lato Light" panose="020F0302020204030203" pitchFamily="34" charset="77"/>
                <a:ea typeface="+mn-ea"/>
                <a:cs typeface="+mn-cs"/>
              </a:defRPr>
            </a:lvl4pPr>
            <a:lvl5pPr marL="539737" indent="-10159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5pPr>
            <a:lvl6pPr>
              <a:defRPr sz="1333"/>
            </a:lvl6pPr>
            <a:lvl7pPr>
              <a:defRPr sz="1333"/>
            </a:lvl7pPr>
            <a:lvl8pPr>
              <a:defRPr sz="1333"/>
            </a:lvl8pPr>
            <a:lvl9pPr>
              <a:defRPr sz="1333"/>
            </a:lvl9pPr>
          </a:lstStyle>
          <a:p>
            <a:pPr defTabSz="685800">
              <a:lnSpc>
                <a:spcPct val="100000"/>
              </a:lnSpc>
              <a:spcAft>
                <a:spcPts val="400"/>
              </a:spcAft>
            </a:pPr>
            <a:r>
              <a:rPr lang="en-US" sz="1400" b="1" dirty="0">
                <a:solidFill>
                  <a:schemeClr val="tx1"/>
                </a:solidFill>
                <a:latin typeface="+mj-lt"/>
              </a:rPr>
              <a:t>Problem to be solved </a:t>
            </a:r>
          </a:p>
          <a:p>
            <a:pPr defTabSz="685800">
              <a:lnSpc>
                <a:spcPct val="100000"/>
              </a:lnSpc>
              <a:spcAft>
                <a:spcPts val="400"/>
              </a:spcAft>
            </a:pPr>
            <a:r>
              <a:rPr lang="en-US" sz="1400" dirty="0"/>
              <a:t>How to predict the right house prices to be competitive and strategic in the market?</a:t>
            </a:r>
            <a:endParaRPr lang="en-US" sz="1400" dirty="0">
              <a:solidFill>
                <a:schemeClr val="tx1"/>
              </a:solidFill>
              <a:latin typeface="Lato" panose="020F0502020204030203" pitchFamily="34" charset="77"/>
            </a:endParaRPr>
          </a:p>
        </p:txBody>
      </p:sp>
      <p:cxnSp>
        <p:nvCxnSpPr>
          <p:cNvPr id="11" name="Straight Connector 10">
            <a:extLst>
              <a:ext uri="{FF2B5EF4-FFF2-40B4-BE49-F238E27FC236}">
                <a16:creationId xmlns:a16="http://schemas.microsoft.com/office/drawing/2014/main" id="{B917543F-BF25-8684-AA41-F3F0AF4544CD}"/>
              </a:ext>
            </a:extLst>
          </p:cNvPr>
          <p:cNvCxnSpPr>
            <a:stCxn id="7" idx="4"/>
            <a:endCxn id="9" idx="4"/>
          </p:cNvCxnSpPr>
          <p:nvPr/>
        </p:nvCxnSpPr>
        <p:spPr>
          <a:xfrm>
            <a:off x="4405023" y="1250444"/>
            <a:ext cx="48493" cy="319798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E138D624-120B-E429-787D-C61DB31E85B0}"/>
              </a:ext>
            </a:extLst>
          </p:cNvPr>
          <p:cNvSpPr/>
          <p:nvPr/>
        </p:nvSpPr>
        <p:spPr>
          <a:xfrm>
            <a:off x="4238045" y="916489"/>
            <a:ext cx="333955" cy="333955"/>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1</a:t>
            </a:r>
          </a:p>
        </p:txBody>
      </p:sp>
      <p:sp>
        <p:nvSpPr>
          <p:cNvPr id="8" name="Oval 7">
            <a:extLst>
              <a:ext uri="{FF2B5EF4-FFF2-40B4-BE49-F238E27FC236}">
                <a16:creationId xmlns:a16="http://schemas.microsoft.com/office/drawing/2014/main" id="{1D89066E-4907-2BE2-627C-68B1D8E592C7}"/>
              </a:ext>
            </a:extLst>
          </p:cNvPr>
          <p:cNvSpPr/>
          <p:nvPr/>
        </p:nvSpPr>
        <p:spPr>
          <a:xfrm>
            <a:off x="4262291" y="1865449"/>
            <a:ext cx="333955" cy="333955"/>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2</a:t>
            </a:r>
          </a:p>
        </p:txBody>
      </p:sp>
      <p:sp>
        <p:nvSpPr>
          <p:cNvPr id="9" name="Oval 8">
            <a:extLst>
              <a:ext uri="{FF2B5EF4-FFF2-40B4-BE49-F238E27FC236}">
                <a16:creationId xmlns:a16="http://schemas.microsoft.com/office/drawing/2014/main" id="{B50F4890-8E7F-42B3-86DF-482771EB3C07}"/>
              </a:ext>
            </a:extLst>
          </p:cNvPr>
          <p:cNvSpPr/>
          <p:nvPr/>
        </p:nvSpPr>
        <p:spPr>
          <a:xfrm>
            <a:off x="4286538" y="4114471"/>
            <a:ext cx="333955" cy="333955"/>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3</a:t>
            </a:r>
          </a:p>
        </p:txBody>
      </p:sp>
    </p:spTree>
    <p:extLst>
      <p:ext uri="{BB962C8B-B14F-4D97-AF65-F5344CB8AC3E}">
        <p14:creationId xmlns:p14="http://schemas.microsoft.com/office/powerpoint/2010/main" val="2986356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31705-2D2C-0053-4163-8ACA0C85F64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0D8A49-B2C7-C646-78D1-B1C9EF68AB09}"/>
              </a:ext>
            </a:extLst>
          </p:cNvPr>
          <p:cNvSpPr txBox="1"/>
          <p:nvPr/>
        </p:nvSpPr>
        <p:spPr>
          <a:xfrm>
            <a:off x="4929712" y="867178"/>
            <a:ext cx="2553145" cy="42062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sz="1600" b="0" i="0" kern="1200">
                <a:solidFill>
                  <a:schemeClr val="tx1">
                    <a:lumMod val="75000"/>
                    <a:lumOff val="25000"/>
                  </a:schemeClr>
                </a:solidFill>
                <a:latin typeface="Lato Light" panose="020F0302020204030203" pitchFamily="34" charset="77"/>
                <a:ea typeface="+mn-ea"/>
                <a:cs typeface="+mn-cs"/>
              </a:defRPr>
            </a:defPPr>
            <a:lvl1pPr marL="0" indent="0" algn="l" defTabSz="914377" rtl="0" eaLnBrk="1" latinLnBrk="0" hangingPunct="1">
              <a:lnSpc>
                <a:spcPct val="120000"/>
              </a:lnSpc>
              <a:spcBef>
                <a:spcPts val="0"/>
              </a:spcBef>
              <a:spcAft>
                <a:spcPts val="1067"/>
              </a:spcAft>
              <a:buClr>
                <a:schemeClr val="tx2"/>
              </a:buClr>
              <a:buSzPct val="90000"/>
              <a:buFont typeface="Lato Light" panose="020B0604020202020204" pitchFamily="34" charset="0"/>
              <a:buNone/>
              <a:tabLst/>
              <a:defRPr sz="1600" b="0" i="0" kern="1200">
                <a:solidFill>
                  <a:schemeClr val="tx1">
                    <a:lumMod val="75000"/>
                    <a:lumOff val="25000"/>
                  </a:schemeClr>
                </a:solidFill>
                <a:latin typeface="Lato Light" panose="020F0302020204030203" pitchFamily="34" charset="77"/>
                <a:ea typeface="+mn-ea"/>
                <a:cs typeface="+mn-cs"/>
              </a:defRPr>
            </a:lvl1pPr>
            <a:lvl2pPr marL="154513"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600" b="0" i="0" kern="1200">
                <a:solidFill>
                  <a:schemeClr val="tx1">
                    <a:lumMod val="75000"/>
                    <a:lumOff val="25000"/>
                  </a:schemeClr>
                </a:solidFill>
                <a:latin typeface="Lato Light" panose="020F0302020204030203" pitchFamily="34" charset="77"/>
                <a:ea typeface="+mn-ea"/>
                <a:cs typeface="+mn-cs"/>
              </a:defRPr>
            </a:lvl2pPr>
            <a:lvl3pPr marL="309026" indent="-162980"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467" b="0" i="0" kern="1200">
                <a:solidFill>
                  <a:schemeClr val="tx1">
                    <a:lumMod val="75000"/>
                    <a:lumOff val="25000"/>
                  </a:schemeClr>
                </a:solidFill>
                <a:latin typeface="Lato Light" panose="020F0302020204030203" pitchFamily="34" charset="77"/>
                <a:ea typeface="+mn-ea"/>
                <a:cs typeface="+mn-cs"/>
              </a:defRPr>
            </a:lvl3pPr>
            <a:lvl4pPr marL="463539"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333" b="0" i="0" kern="1200">
                <a:solidFill>
                  <a:schemeClr val="tx1">
                    <a:lumMod val="75000"/>
                    <a:lumOff val="25000"/>
                  </a:schemeClr>
                </a:solidFill>
                <a:latin typeface="Lato Light" panose="020F0302020204030203" pitchFamily="34" charset="77"/>
                <a:ea typeface="+mn-ea"/>
                <a:cs typeface="+mn-cs"/>
              </a:defRPr>
            </a:lvl4pPr>
            <a:lvl5pPr marL="539737" indent="-10159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5pPr>
            <a:lvl6pPr>
              <a:defRPr sz="1333"/>
            </a:lvl6pPr>
            <a:lvl7pPr>
              <a:defRPr sz="1333"/>
            </a:lvl7pPr>
            <a:lvl8pPr>
              <a:defRPr sz="1333"/>
            </a:lvl8pPr>
            <a:lvl9pPr>
              <a:defRPr sz="1333"/>
            </a:lvl9pPr>
          </a:lstStyle>
          <a:p>
            <a:pPr defTabSz="685800">
              <a:lnSpc>
                <a:spcPct val="100000"/>
              </a:lnSpc>
              <a:spcAft>
                <a:spcPts val="400"/>
              </a:spcAft>
            </a:pPr>
            <a:r>
              <a:rPr lang="en-US" sz="1200" b="1" dirty="0">
                <a:solidFill>
                  <a:schemeClr val="tx1"/>
                </a:solidFill>
                <a:latin typeface="+mj-lt"/>
              </a:rPr>
              <a:t>Exploratory Data Analysis.</a:t>
            </a:r>
          </a:p>
          <a:p>
            <a:pPr defTabSz="685800">
              <a:lnSpc>
                <a:spcPct val="100000"/>
              </a:lnSpc>
              <a:spcAft>
                <a:spcPts val="400"/>
              </a:spcAft>
            </a:pPr>
            <a:r>
              <a:rPr lang="en-US" sz="1200" dirty="0">
                <a:solidFill>
                  <a:schemeClr val="tx1"/>
                </a:solidFill>
                <a:latin typeface="Lato"/>
              </a:rPr>
              <a:t>Explore and understand the data</a:t>
            </a:r>
          </a:p>
        </p:txBody>
      </p:sp>
      <p:sp>
        <p:nvSpPr>
          <p:cNvPr id="5" name="TextBox 4">
            <a:extLst>
              <a:ext uri="{FF2B5EF4-FFF2-40B4-BE49-F238E27FC236}">
                <a16:creationId xmlns:a16="http://schemas.microsoft.com/office/drawing/2014/main" id="{C35C506B-5FB9-875C-1D5B-4703971FE3B4}"/>
              </a:ext>
            </a:extLst>
          </p:cNvPr>
          <p:cNvSpPr txBox="1"/>
          <p:nvPr/>
        </p:nvSpPr>
        <p:spPr>
          <a:xfrm>
            <a:off x="4929712" y="1478572"/>
            <a:ext cx="2656512" cy="60529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sz="1600" b="0" i="0" kern="1200">
                <a:solidFill>
                  <a:schemeClr val="tx1">
                    <a:lumMod val="75000"/>
                    <a:lumOff val="25000"/>
                  </a:schemeClr>
                </a:solidFill>
                <a:latin typeface="Lato Light" panose="020F0302020204030203" pitchFamily="34" charset="77"/>
                <a:ea typeface="+mn-ea"/>
                <a:cs typeface="+mn-cs"/>
              </a:defRPr>
            </a:defPPr>
            <a:lvl1pPr marL="0" indent="0" algn="l" defTabSz="914377" rtl="0" eaLnBrk="1" latinLnBrk="0" hangingPunct="1">
              <a:lnSpc>
                <a:spcPct val="120000"/>
              </a:lnSpc>
              <a:spcBef>
                <a:spcPts val="0"/>
              </a:spcBef>
              <a:spcAft>
                <a:spcPts val="1067"/>
              </a:spcAft>
              <a:buClr>
                <a:schemeClr val="tx2"/>
              </a:buClr>
              <a:buSzPct val="90000"/>
              <a:buFont typeface="Lato Light" panose="020B0604020202020204" pitchFamily="34" charset="0"/>
              <a:buNone/>
              <a:tabLst/>
              <a:defRPr sz="1600" b="0" i="0" kern="1200">
                <a:solidFill>
                  <a:schemeClr val="tx1">
                    <a:lumMod val="75000"/>
                    <a:lumOff val="25000"/>
                  </a:schemeClr>
                </a:solidFill>
                <a:latin typeface="Lato Light" panose="020F0302020204030203" pitchFamily="34" charset="77"/>
                <a:ea typeface="+mn-ea"/>
                <a:cs typeface="+mn-cs"/>
              </a:defRPr>
            </a:lvl1pPr>
            <a:lvl2pPr marL="154513"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600" b="0" i="0" kern="1200">
                <a:solidFill>
                  <a:schemeClr val="tx1">
                    <a:lumMod val="75000"/>
                    <a:lumOff val="25000"/>
                  </a:schemeClr>
                </a:solidFill>
                <a:latin typeface="Lato Light" panose="020F0302020204030203" pitchFamily="34" charset="77"/>
                <a:ea typeface="+mn-ea"/>
                <a:cs typeface="+mn-cs"/>
              </a:defRPr>
            </a:lvl2pPr>
            <a:lvl3pPr marL="309026" indent="-162980"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467" b="0" i="0" kern="1200">
                <a:solidFill>
                  <a:schemeClr val="tx1">
                    <a:lumMod val="75000"/>
                    <a:lumOff val="25000"/>
                  </a:schemeClr>
                </a:solidFill>
                <a:latin typeface="Lato Light" panose="020F0302020204030203" pitchFamily="34" charset="77"/>
                <a:ea typeface="+mn-ea"/>
                <a:cs typeface="+mn-cs"/>
              </a:defRPr>
            </a:lvl3pPr>
            <a:lvl4pPr marL="463539"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333" b="0" i="0" kern="1200">
                <a:solidFill>
                  <a:schemeClr val="tx1">
                    <a:lumMod val="75000"/>
                    <a:lumOff val="25000"/>
                  </a:schemeClr>
                </a:solidFill>
                <a:latin typeface="Lato Light" panose="020F0302020204030203" pitchFamily="34" charset="77"/>
                <a:ea typeface="+mn-ea"/>
                <a:cs typeface="+mn-cs"/>
              </a:defRPr>
            </a:lvl4pPr>
            <a:lvl5pPr marL="539737" indent="-10159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5pPr>
            <a:lvl6pPr>
              <a:defRPr sz="1333"/>
            </a:lvl6pPr>
            <a:lvl7pPr>
              <a:defRPr sz="1333"/>
            </a:lvl7pPr>
            <a:lvl8pPr>
              <a:defRPr sz="1333"/>
            </a:lvl8pPr>
            <a:lvl9pPr>
              <a:defRPr sz="1333"/>
            </a:lvl9pPr>
          </a:lstStyle>
          <a:p>
            <a:pPr defTabSz="685800">
              <a:lnSpc>
                <a:spcPct val="100000"/>
              </a:lnSpc>
              <a:spcAft>
                <a:spcPts val="400"/>
              </a:spcAft>
            </a:pPr>
            <a:r>
              <a:rPr lang="en-US" sz="1200" b="1" dirty="0">
                <a:solidFill>
                  <a:schemeClr val="tx1"/>
                </a:solidFill>
                <a:latin typeface="+mj-lt"/>
              </a:rPr>
              <a:t>Pre-processing.</a:t>
            </a:r>
          </a:p>
          <a:p>
            <a:pPr defTabSz="685800">
              <a:lnSpc>
                <a:spcPct val="100000"/>
              </a:lnSpc>
              <a:spcAft>
                <a:spcPts val="400"/>
              </a:spcAft>
            </a:pPr>
            <a:r>
              <a:rPr lang="en-US" sz="1200" dirty="0">
                <a:solidFill>
                  <a:schemeClr val="tx1"/>
                </a:solidFill>
                <a:latin typeface="Lato" panose="020F0502020204030203" pitchFamily="34" charset="77"/>
              </a:rPr>
              <a:t>Clean and optimize data before splitting and training it..</a:t>
            </a:r>
          </a:p>
        </p:txBody>
      </p:sp>
      <p:sp>
        <p:nvSpPr>
          <p:cNvPr id="6" name="TextBox 5">
            <a:extLst>
              <a:ext uri="{FF2B5EF4-FFF2-40B4-BE49-F238E27FC236}">
                <a16:creationId xmlns:a16="http://schemas.microsoft.com/office/drawing/2014/main" id="{8F8BE4D9-AE2E-1AC7-96D2-A074F5DC0EB4}"/>
              </a:ext>
            </a:extLst>
          </p:cNvPr>
          <p:cNvSpPr txBox="1"/>
          <p:nvPr/>
        </p:nvSpPr>
        <p:spPr>
          <a:xfrm>
            <a:off x="4905952" y="2233295"/>
            <a:ext cx="3351464" cy="60529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sz="1600" b="0" i="0" kern="1200">
                <a:solidFill>
                  <a:schemeClr val="tx1">
                    <a:lumMod val="75000"/>
                    <a:lumOff val="25000"/>
                  </a:schemeClr>
                </a:solidFill>
                <a:latin typeface="Lato Light" panose="020F0302020204030203" pitchFamily="34" charset="77"/>
                <a:ea typeface="+mn-ea"/>
                <a:cs typeface="+mn-cs"/>
              </a:defRPr>
            </a:defPPr>
            <a:lvl1pPr marL="0" indent="0" algn="l" defTabSz="914377" rtl="0" eaLnBrk="1" latinLnBrk="0" hangingPunct="1">
              <a:lnSpc>
                <a:spcPct val="120000"/>
              </a:lnSpc>
              <a:spcBef>
                <a:spcPts val="0"/>
              </a:spcBef>
              <a:spcAft>
                <a:spcPts val="1067"/>
              </a:spcAft>
              <a:buClr>
                <a:schemeClr val="tx2"/>
              </a:buClr>
              <a:buSzPct val="90000"/>
              <a:buFont typeface="Lato Light" panose="020B0604020202020204" pitchFamily="34" charset="0"/>
              <a:buNone/>
              <a:tabLst/>
              <a:defRPr sz="1600" b="0" i="0" kern="1200">
                <a:solidFill>
                  <a:schemeClr val="tx1">
                    <a:lumMod val="75000"/>
                    <a:lumOff val="25000"/>
                  </a:schemeClr>
                </a:solidFill>
                <a:latin typeface="Lato Light" panose="020F0302020204030203" pitchFamily="34" charset="77"/>
                <a:ea typeface="+mn-ea"/>
                <a:cs typeface="+mn-cs"/>
              </a:defRPr>
            </a:lvl1pPr>
            <a:lvl2pPr marL="154513"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600" b="0" i="0" kern="1200">
                <a:solidFill>
                  <a:schemeClr val="tx1">
                    <a:lumMod val="75000"/>
                    <a:lumOff val="25000"/>
                  </a:schemeClr>
                </a:solidFill>
                <a:latin typeface="Lato Light" panose="020F0302020204030203" pitchFamily="34" charset="77"/>
                <a:ea typeface="+mn-ea"/>
                <a:cs typeface="+mn-cs"/>
              </a:defRPr>
            </a:lvl2pPr>
            <a:lvl3pPr marL="309026" indent="-162980"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467" b="0" i="0" kern="1200">
                <a:solidFill>
                  <a:schemeClr val="tx1">
                    <a:lumMod val="75000"/>
                    <a:lumOff val="25000"/>
                  </a:schemeClr>
                </a:solidFill>
                <a:latin typeface="Lato Light" panose="020F0302020204030203" pitchFamily="34" charset="77"/>
                <a:ea typeface="+mn-ea"/>
                <a:cs typeface="+mn-cs"/>
              </a:defRPr>
            </a:lvl3pPr>
            <a:lvl4pPr marL="463539"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333" b="0" i="0" kern="1200">
                <a:solidFill>
                  <a:schemeClr val="tx1">
                    <a:lumMod val="75000"/>
                    <a:lumOff val="25000"/>
                  </a:schemeClr>
                </a:solidFill>
                <a:latin typeface="Lato Light" panose="020F0302020204030203" pitchFamily="34" charset="77"/>
                <a:ea typeface="+mn-ea"/>
                <a:cs typeface="+mn-cs"/>
              </a:defRPr>
            </a:lvl4pPr>
            <a:lvl5pPr marL="539737" indent="-10159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5pPr>
            <a:lvl6pPr>
              <a:defRPr sz="1333"/>
            </a:lvl6pPr>
            <a:lvl7pPr>
              <a:defRPr sz="1333"/>
            </a:lvl7pPr>
            <a:lvl8pPr>
              <a:defRPr sz="1333"/>
            </a:lvl8pPr>
            <a:lvl9pPr>
              <a:defRPr sz="1333"/>
            </a:lvl9pPr>
          </a:lstStyle>
          <a:p>
            <a:pPr defTabSz="685800">
              <a:lnSpc>
                <a:spcPct val="100000"/>
              </a:lnSpc>
              <a:spcAft>
                <a:spcPts val="400"/>
              </a:spcAft>
            </a:pPr>
            <a:r>
              <a:rPr lang="en-US" sz="1200" b="1" dirty="0">
                <a:solidFill>
                  <a:schemeClr val="tx1"/>
                </a:solidFill>
                <a:latin typeface="+mj-lt"/>
              </a:rPr>
              <a:t>Feature Engineering.</a:t>
            </a:r>
          </a:p>
          <a:p>
            <a:pPr defTabSz="685800">
              <a:lnSpc>
                <a:spcPct val="100000"/>
              </a:lnSpc>
              <a:spcAft>
                <a:spcPts val="400"/>
              </a:spcAft>
            </a:pPr>
            <a:r>
              <a:rPr lang="en-US" sz="1200" dirty="0">
                <a:solidFill>
                  <a:schemeClr val="tx1"/>
                </a:solidFill>
                <a:latin typeface="Lato" panose="020F0502020204030203" pitchFamily="34" charset="77"/>
              </a:rPr>
              <a:t>Some feature engineering techniques and divide the data into two important sets.</a:t>
            </a:r>
          </a:p>
        </p:txBody>
      </p:sp>
      <p:cxnSp>
        <p:nvCxnSpPr>
          <p:cNvPr id="11" name="Straight Connector 10">
            <a:extLst>
              <a:ext uri="{FF2B5EF4-FFF2-40B4-BE49-F238E27FC236}">
                <a16:creationId xmlns:a16="http://schemas.microsoft.com/office/drawing/2014/main" id="{B917543F-BF25-8684-AA41-F3F0AF4544CD}"/>
              </a:ext>
            </a:extLst>
          </p:cNvPr>
          <p:cNvCxnSpPr>
            <a:cxnSpLocks/>
            <a:stCxn id="7" idx="4"/>
            <a:endCxn id="10" idx="0"/>
          </p:cNvCxnSpPr>
          <p:nvPr/>
        </p:nvCxnSpPr>
        <p:spPr>
          <a:xfrm>
            <a:off x="4571998" y="1107272"/>
            <a:ext cx="0" cy="310149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E138D624-120B-E429-787D-C61DB31E85B0}"/>
              </a:ext>
            </a:extLst>
          </p:cNvPr>
          <p:cNvSpPr/>
          <p:nvPr/>
        </p:nvSpPr>
        <p:spPr>
          <a:xfrm>
            <a:off x="4405020" y="773317"/>
            <a:ext cx="333955" cy="333955"/>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4</a:t>
            </a:r>
          </a:p>
        </p:txBody>
      </p:sp>
      <p:sp>
        <p:nvSpPr>
          <p:cNvPr id="8" name="Oval 7">
            <a:extLst>
              <a:ext uri="{FF2B5EF4-FFF2-40B4-BE49-F238E27FC236}">
                <a16:creationId xmlns:a16="http://schemas.microsoft.com/office/drawing/2014/main" id="{1D89066E-4907-2BE2-627C-68B1D8E592C7}"/>
              </a:ext>
            </a:extLst>
          </p:cNvPr>
          <p:cNvSpPr/>
          <p:nvPr/>
        </p:nvSpPr>
        <p:spPr>
          <a:xfrm>
            <a:off x="4405020" y="1484728"/>
            <a:ext cx="333955" cy="333955"/>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5</a:t>
            </a:r>
          </a:p>
        </p:txBody>
      </p:sp>
      <p:sp>
        <p:nvSpPr>
          <p:cNvPr id="9" name="Oval 8">
            <a:extLst>
              <a:ext uri="{FF2B5EF4-FFF2-40B4-BE49-F238E27FC236}">
                <a16:creationId xmlns:a16="http://schemas.microsoft.com/office/drawing/2014/main" id="{B50F4890-8E7F-42B3-86DF-482771EB3C07}"/>
              </a:ext>
            </a:extLst>
          </p:cNvPr>
          <p:cNvSpPr/>
          <p:nvPr/>
        </p:nvSpPr>
        <p:spPr>
          <a:xfrm>
            <a:off x="4405020" y="2201987"/>
            <a:ext cx="333955" cy="333955"/>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6</a:t>
            </a:r>
          </a:p>
        </p:txBody>
      </p:sp>
      <p:sp>
        <p:nvSpPr>
          <p:cNvPr id="16" name="Title 2">
            <a:extLst>
              <a:ext uri="{FF2B5EF4-FFF2-40B4-BE49-F238E27FC236}">
                <a16:creationId xmlns:a16="http://schemas.microsoft.com/office/drawing/2014/main" id="{247570ED-72CE-FB3D-5C5F-2DA4C27E0AAC}"/>
              </a:ext>
            </a:extLst>
          </p:cNvPr>
          <p:cNvSpPr txBox="1">
            <a:spLocks/>
          </p:cNvSpPr>
          <p:nvPr/>
        </p:nvSpPr>
        <p:spPr>
          <a:xfrm>
            <a:off x="605654" y="2032427"/>
            <a:ext cx="2121644" cy="923330"/>
          </a:xfrm>
          <a:prstGeom prst="rect">
            <a:avLst/>
          </a:prstGeom>
        </p:spPr>
        <p:txBody>
          <a:bodyPr vert="horz" wrap="square" lIns="0" tIns="0" rIns="0" bIns="182880" rtlCol="0" anchor="t" anchorCtr="0">
            <a:spAutoFit/>
          </a:bodyPr>
          <a:lstStyle>
            <a:lvl1pPr algn="l" defTabSz="685800" rtl="0" eaLnBrk="1" latinLnBrk="0" hangingPunct="1">
              <a:lnSpc>
                <a:spcPct val="90000"/>
              </a:lnSpc>
              <a:spcBef>
                <a:spcPct val="0"/>
              </a:spcBef>
              <a:buNone/>
              <a:defRPr lang="en-US" sz="2700" b="1" i="0" kern="1200" dirty="0">
                <a:solidFill>
                  <a:schemeClr val="tx1"/>
                </a:solidFill>
                <a:latin typeface="Lato Black" panose="020F0A02020204030203" pitchFamily="34" charset="0"/>
                <a:ea typeface="+mj-ea"/>
                <a:cs typeface="+mj-cs"/>
              </a:defRPr>
            </a:lvl1pPr>
          </a:lstStyle>
          <a:p>
            <a:pPr>
              <a:lnSpc>
                <a:spcPct val="100000"/>
              </a:lnSpc>
              <a:spcAft>
                <a:spcPts val="0"/>
              </a:spcAft>
              <a:buClrTx/>
              <a:buSzTx/>
              <a:buFontTx/>
            </a:pPr>
            <a:r>
              <a:rPr lang="en-US" sz="1000" b="0" spc="140" dirty="0">
                <a:solidFill>
                  <a:schemeClr val="tx2"/>
                </a:solidFill>
                <a:latin typeface="Roboto Condensed" panose="02000000000000000000" pitchFamily="2" charset="0"/>
                <a:ea typeface="Roboto Condensed" panose="02000000000000000000" pitchFamily="2" charset="0"/>
              </a:rPr>
              <a:t>Analyzing House Price Data with Machine Learning</a:t>
            </a:r>
            <a:br>
              <a:rPr lang="en-US" dirty="0">
                <a:latin typeface="+mj-lt"/>
              </a:rPr>
            </a:br>
            <a:r>
              <a:rPr lang="en-US" sz="2800" dirty="0">
                <a:latin typeface="+mj-lt"/>
              </a:rPr>
              <a:t>Agenda</a:t>
            </a:r>
          </a:p>
        </p:txBody>
      </p:sp>
      <p:sp>
        <p:nvSpPr>
          <p:cNvPr id="2" name="Oval 1">
            <a:extLst>
              <a:ext uri="{FF2B5EF4-FFF2-40B4-BE49-F238E27FC236}">
                <a16:creationId xmlns:a16="http://schemas.microsoft.com/office/drawing/2014/main" id="{C1EB069D-CB7D-E000-A4AA-5DECA5D3C932}"/>
              </a:ext>
            </a:extLst>
          </p:cNvPr>
          <p:cNvSpPr/>
          <p:nvPr/>
        </p:nvSpPr>
        <p:spPr>
          <a:xfrm>
            <a:off x="4405019" y="2919246"/>
            <a:ext cx="333955" cy="333955"/>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7</a:t>
            </a:r>
          </a:p>
        </p:txBody>
      </p:sp>
      <p:sp>
        <p:nvSpPr>
          <p:cNvPr id="19" name="TextBox 18">
            <a:extLst>
              <a:ext uri="{FF2B5EF4-FFF2-40B4-BE49-F238E27FC236}">
                <a16:creationId xmlns:a16="http://schemas.microsoft.com/office/drawing/2014/main" id="{083DBA0A-4425-7D32-0D77-2226C0A66183}"/>
              </a:ext>
            </a:extLst>
          </p:cNvPr>
          <p:cNvSpPr txBox="1"/>
          <p:nvPr/>
        </p:nvSpPr>
        <p:spPr>
          <a:xfrm>
            <a:off x="4905952" y="2955757"/>
            <a:ext cx="3351464" cy="42062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sz="1600" b="0" i="0" kern="1200">
                <a:solidFill>
                  <a:schemeClr val="tx1">
                    <a:lumMod val="75000"/>
                    <a:lumOff val="25000"/>
                  </a:schemeClr>
                </a:solidFill>
                <a:latin typeface="Lato Light" panose="020F0302020204030203" pitchFamily="34" charset="77"/>
                <a:ea typeface="+mn-ea"/>
                <a:cs typeface="+mn-cs"/>
              </a:defRPr>
            </a:defPPr>
            <a:lvl1pPr marL="0" indent="0" algn="l" defTabSz="914377" rtl="0" eaLnBrk="1" latinLnBrk="0" hangingPunct="1">
              <a:lnSpc>
                <a:spcPct val="120000"/>
              </a:lnSpc>
              <a:spcBef>
                <a:spcPts val="0"/>
              </a:spcBef>
              <a:spcAft>
                <a:spcPts val="1067"/>
              </a:spcAft>
              <a:buClr>
                <a:schemeClr val="tx2"/>
              </a:buClr>
              <a:buSzPct val="90000"/>
              <a:buFont typeface="Lato Light" panose="020B0604020202020204" pitchFamily="34" charset="0"/>
              <a:buNone/>
              <a:tabLst/>
              <a:defRPr sz="1600" b="0" i="0" kern="1200">
                <a:solidFill>
                  <a:schemeClr val="tx1">
                    <a:lumMod val="75000"/>
                    <a:lumOff val="25000"/>
                  </a:schemeClr>
                </a:solidFill>
                <a:latin typeface="Lato Light" panose="020F0302020204030203" pitchFamily="34" charset="77"/>
                <a:ea typeface="+mn-ea"/>
                <a:cs typeface="+mn-cs"/>
              </a:defRPr>
            </a:lvl1pPr>
            <a:lvl2pPr marL="154513"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600" b="0" i="0" kern="1200">
                <a:solidFill>
                  <a:schemeClr val="tx1">
                    <a:lumMod val="75000"/>
                    <a:lumOff val="25000"/>
                  </a:schemeClr>
                </a:solidFill>
                <a:latin typeface="Lato Light" panose="020F0302020204030203" pitchFamily="34" charset="77"/>
                <a:ea typeface="+mn-ea"/>
                <a:cs typeface="+mn-cs"/>
              </a:defRPr>
            </a:lvl2pPr>
            <a:lvl3pPr marL="309026" indent="-162980"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467" b="0" i="0" kern="1200">
                <a:solidFill>
                  <a:schemeClr val="tx1">
                    <a:lumMod val="75000"/>
                    <a:lumOff val="25000"/>
                  </a:schemeClr>
                </a:solidFill>
                <a:latin typeface="Lato Light" panose="020F0302020204030203" pitchFamily="34" charset="77"/>
                <a:ea typeface="+mn-ea"/>
                <a:cs typeface="+mn-cs"/>
              </a:defRPr>
            </a:lvl3pPr>
            <a:lvl4pPr marL="463539"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333" b="0" i="0" kern="1200">
                <a:solidFill>
                  <a:schemeClr val="tx1">
                    <a:lumMod val="75000"/>
                    <a:lumOff val="25000"/>
                  </a:schemeClr>
                </a:solidFill>
                <a:latin typeface="Lato Light" panose="020F0302020204030203" pitchFamily="34" charset="77"/>
                <a:ea typeface="+mn-ea"/>
                <a:cs typeface="+mn-cs"/>
              </a:defRPr>
            </a:lvl4pPr>
            <a:lvl5pPr marL="539737" indent="-10159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5pPr>
            <a:lvl6pPr>
              <a:defRPr sz="1333"/>
            </a:lvl6pPr>
            <a:lvl7pPr>
              <a:defRPr sz="1333"/>
            </a:lvl7pPr>
            <a:lvl8pPr>
              <a:defRPr sz="1333"/>
            </a:lvl8pPr>
            <a:lvl9pPr>
              <a:defRPr sz="1333"/>
            </a:lvl9pPr>
          </a:lstStyle>
          <a:p>
            <a:pPr defTabSz="685800">
              <a:lnSpc>
                <a:spcPct val="100000"/>
              </a:lnSpc>
              <a:spcAft>
                <a:spcPts val="400"/>
              </a:spcAft>
            </a:pPr>
            <a:r>
              <a:rPr lang="en-US" sz="1200" b="1" dirty="0">
                <a:solidFill>
                  <a:schemeClr val="tx1"/>
                </a:solidFill>
                <a:latin typeface="+mj-lt"/>
              </a:rPr>
              <a:t>Training the models</a:t>
            </a:r>
          </a:p>
          <a:p>
            <a:pPr defTabSz="685800">
              <a:lnSpc>
                <a:spcPct val="100000"/>
              </a:lnSpc>
              <a:spcAft>
                <a:spcPts val="400"/>
              </a:spcAft>
            </a:pPr>
            <a:r>
              <a:rPr lang="en-US" sz="1200" dirty="0">
                <a:solidFill>
                  <a:schemeClr val="tx1"/>
                </a:solidFill>
                <a:latin typeface="Lato" panose="020F0502020204030203" pitchFamily="34" charset="77"/>
              </a:rPr>
              <a:t>Train the model and collect the metrics.</a:t>
            </a:r>
          </a:p>
        </p:txBody>
      </p:sp>
      <p:sp>
        <p:nvSpPr>
          <p:cNvPr id="10" name="Oval 9">
            <a:extLst>
              <a:ext uri="{FF2B5EF4-FFF2-40B4-BE49-F238E27FC236}">
                <a16:creationId xmlns:a16="http://schemas.microsoft.com/office/drawing/2014/main" id="{775AC298-CB9A-D08A-F140-DA76778CDEB9}"/>
              </a:ext>
            </a:extLst>
          </p:cNvPr>
          <p:cNvSpPr/>
          <p:nvPr/>
        </p:nvSpPr>
        <p:spPr>
          <a:xfrm>
            <a:off x="4405020" y="4208764"/>
            <a:ext cx="333955" cy="333955"/>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9</a:t>
            </a:r>
          </a:p>
        </p:txBody>
      </p:sp>
      <p:sp>
        <p:nvSpPr>
          <p:cNvPr id="18" name="TextBox 17">
            <a:extLst>
              <a:ext uri="{FF2B5EF4-FFF2-40B4-BE49-F238E27FC236}">
                <a16:creationId xmlns:a16="http://schemas.microsoft.com/office/drawing/2014/main" id="{6E8956B4-883D-E89C-C9F2-462E43A96A08}"/>
              </a:ext>
            </a:extLst>
          </p:cNvPr>
          <p:cNvSpPr txBox="1"/>
          <p:nvPr/>
        </p:nvSpPr>
        <p:spPr>
          <a:xfrm>
            <a:off x="4905952" y="3493553"/>
            <a:ext cx="3351464" cy="42062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sz="1600" b="0" i="0" kern="1200">
                <a:solidFill>
                  <a:schemeClr val="tx1">
                    <a:lumMod val="75000"/>
                    <a:lumOff val="25000"/>
                  </a:schemeClr>
                </a:solidFill>
                <a:latin typeface="Lato Light" panose="020F0302020204030203" pitchFamily="34" charset="77"/>
                <a:ea typeface="+mn-ea"/>
                <a:cs typeface="+mn-cs"/>
              </a:defRPr>
            </a:defPPr>
            <a:lvl1pPr marL="0" indent="0" algn="l" defTabSz="914377" rtl="0" eaLnBrk="1" latinLnBrk="0" hangingPunct="1">
              <a:lnSpc>
                <a:spcPct val="120000"/>
              </a:lnSpc>
              <a:spcBef>
                <a:spcPts val="0"/>
              </a:spcBef>
              <a:spcAft>
                <a:spcPts val="1067"/>
              </a:spcAft>
              <a:buClr>
                <a:schemeClr val="tx2"/>
              </a:buClr>
              <a:buSzPct val="90000"/>
              <a:buFont typeface="Lato Light" panose="020B0604020202020204" pitchFamily="34" charset="0"/>
              <a:buNone/>
              <a:tabLst/>
              <a:defRPr sz="1600" b="0" i="0" kern="1200">
                <a:solidFill>
                  <a:schemeClr val="tx1">
                    <a:lumMod val="75000"/>
                    <a:lumOff val="25000"/>
                  </a:schemeClr>
                </a:solidFill>
                <a:latin typeface="Lato Light" panose="020F0302020204030203" pitchFamily="34" charset="77"/>
                <a:ea typeface="+mn-ea"/>
                <a:cs typeface="+mn-cs"/>
              </a:defRPr>
            </a:lvl1pPr>
            <a:lvl2pPr marL="154513"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600" b="0" i="0" kern="1200">
                <a:solidFill>
                  <a:schemeClr val="tx1">
                    <a:lumMod val="75000"/>
                    <a:lumOff val="25000"/>
                  </a:schemeClr>
                </a:solidFill>
                <a:latin typeface="Lato Light" panose="020F0302020204030203" pitchFamily="34" charset="77"/>
                <a:ea typeface="+mn-ea"/>
                <a:cs typeface="+mn-cs"/>
              </a:defRPr>
            </a:lvl2pPr>
            <a:lvl3pPr marL="309026" indent="-162980"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467" b="0" i="0" kern="1200">
                <a:solidFill>
                  <a:schemeClr val="tx1">
                    <a:lumMod val="75000"/>
                    <a:lumOff val="25000"/>
                  </a:schemeClr>
                </a:solidFill>
                <a:latin typeface="Lato Light" panose="020F0302020204030203" pitchFamily="34" charset="77"/>
                <a:ea typeface="+mn-ea"/>
                <a:cs typeface="+mn-cs"/>
              </a:defRPr>
            </a:lvl3pPr>
            <a:lvl4pPr marL="463539"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333" b="0" i="0" kern="1200">
                <a:solidFill>
                  <a:schemeClr val="tx1">
                    <a:lumMod val="75000"/>
                    <a:lumOff val="25000"/>
                  </a:schemeClr>
                </a:solidFill>
                <a:latin typeface="Lato Light" panose="020F0302020204030203" pitchFamily="34" charset="77"/>
                <a:ea typeface="+mn-ea"/>
                <a:cs typeface="+mn-cs"/>
              </a:defRPr>
            </a:lvl4pPr>
            <a:lvl5pPr marL="539737" indent="-10159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5pPr>
            <a:lvl6pPr>
              <a:defRPr sz="1333"/>
            </a:lvl6pPr>
            <a:lvl7pPr>
              <a:defRPr sz="1333"/>
            </a:lvl7pPr>
            <a:lvl8pPr>
              <a:defRPr sz="1333"/>
            </a:lvl8pPr>
            <a:lvl9pPr>
              <a:defRPr sz="1333"/>
            </a:lvl9pPr>
          </a:lstStyle>
          <a:p>
            <a:pPr defTabSz="685800">
              <a:lnSpc>
                <a:spcPct val="100000"/>
              </a:lnSpc>
              <a:spcAft>
                <a:spcPts val="400"/>
              </a:spcAft>
            </a:pPr>
            <a:r>
              <a:rPr lang="en-US" sz="1200" b="1" dirty="0">
                <a:solidFill>
                  <a:schemeClr val="tx1"/>
                </a:solidFill>
                <a:latin typeface="+mj-lt"/>
              </a:rPr>
              <a:t>Evaluate the models</a:t>
            </a:r>
          </a:p>
          <a:p>
            <a:pPr defTabSz="685800">
              <a:lnSpc>
                <a:spcPct val="100000"/>
              </a:lnSpc>
              <a:spcAft>
                <a:spcPts val="400"/>
              </a:spcAft>
            </a:pPr>
            <a:r>
              <a:rPr lang="en-US" sz="1200" dirty="0">
                <a:solidFill>
                  <a:schemeClr val="tx1"/>
                </a:solidFill>
                <a:latin typeface="Lato" panose="020F0502020204030203" pitchFamily="34" charset="77"/>
              </a:rPr>
              <a:t>Measure and analyze which is the most optimal.</a:t>
            </a:r>
          </a:p>
        </p:txBody>
      </p:sp>
      <p:sp>
        <p:nvSpPr>
          <p:cNvPr id="3" name="Oval 2">
            <a:extLst>
              <a:ext uri="{FF2B5EF4-FFF2-40B4-BE49-F238E27FC236}">
                <a16:creationId xmlns:a16="http://schemas.microsoft.com/office/drawing/2014/main" id="{2F98F49B-9FE9-1781-331B-4A11D1B1E50A}"/>
              </a:ext>
            </a:extLst>
          </p:cNvPr>
          <p:cNvSpPr/>
          <p:nvPr/>
        </p:nvSpPr>
        <p:spPr>
          <a:xfrm>
            <a:off x="4405019" y="3536889"/>
            <a:ext cx="333955" cy="333955"/>
          </a:xfrm>
          <a:prstGeom prst="ellipse">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8</a:t>
            </a:r>
          </a:p>
        </p:txBody>
      </p:sp>
      <p:sp>
        <p:nvSpPr>
          <p:cNvPr id="12" name="TextBox 11">
            <a:extLst>
              <a:ext uri="{FF2B5EF4-FFF2-40B4-BE49-F238E27FC236}">
                <a16:creationId xmlns:a16="http://schemas.microsoft.com/office/drawing/2014/main" id="{622E8B3E-3DA6-9313-C302-8199A8DCAF5B}"/>
              </a:ext>
            </a:extLst>
          </p:cNvPr>
          <p:cNvSpPr txBox="1"/>
          <p:nvPr/>
        </p:nvSpPr>
        <p:spPr>
          <a:xfrm>
            <a:off x="4929712" y="4208764"/>
            <a:ext cx="3351464"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sz="1600" b="0" i="0" kern="1200">
                <a:solidFill>
                  <a:schemeClr val="tx1">
                    <a:lumMod val="75000"/>
                    <a:lumOff val="25000"/>
                  </a:schemeClr>
                </a:solidFill>
                <a:latin typeface="Lato Light" panose="020F0302020204030203" pitchFamily="34" charset="77"/>
                <a:ea typeface="+mn-ea"/>
                <a:cs typeface="+mn-cs"/>
              </a:defRPr>
            </a:defPPr>
            <a:lvl1pPr marL="0" indent="0" algn="l" defTabSz="914377" rtl="0" eaLnBrk="1" latinLnBrk="0" hangingPunct="1">
              <a:lnSpc>
                <a:spcPct val="120000"/>
              </a:lnSpc>
              <a:spcBef>
                <a:spcPts val="0"/>
              </a:spcBef>
              <a:spcAft>
                <a:spcPts val="1067"/>
              </a:spcAft>
              <a:buClr>
                <a:schemeClr val="tx2"/>
              </a:buClr>
              <a:buSzPct val="90000"/>
              <a:buFont typeface="Lato Light" panose="020B0604020202020204" pitchFamily="34" charset="0"/>
              <a:buNone/>
              <a:tabLst/>
              <a:defRPr sz="1600" b="0" i="0" kern="1200">
                <a:solidFill>
                  <a:schemeClr val="tx1">
                    <a:lumMod val="75000"/>
                    <a:lumOff val="25000"/>
                  </a:schemeClr>
                </a:solidFill>
                <a:latin typeface="Lato Light" panose="020F0302020204030203" pitchFamily="34" charset="77"/>
                <a:ea typeface="+mn-ea"/>
                <a:cs typeface="+mn-cs"/>
              </a:defRPr>
            </a:lvl1pPr>
            <a:lvl2pPr marL="154513"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600" b="0" i="0" kern="1200">
                <a:solidFill>
                  <a:schemeClr val="tx1">
                    <a:lumMod val="75000"/>
                    <a:lumOff val="25000"/>
                  </a:schemeClr>
                </a:solidFill>
                <a:latin typeface="Lato Light" panose="020F0302020204030203" pitchFamily="34" charset="77"/>
                <a:ea typeface="+mn-ea"/>
                <a:cs typeface="+mn-cs"/>
              </a:defRPr>
            </a:lvl2pPr>
            <a:lvl3pPr marL="309026" indent="-162980"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467" b="0" i="0" kern="1200">
                <a:solidFill>
                  <a:schemeClr val="tx1">
                    <a:lumMod val="75000"/>
                    <a:lumOff val="25000"/>
                  </a:schemeClr>
                </a:solidFill>
                <a:latin typeface="Lato Light" panose="020F0302020204030203" pitchFamily="34" charset="77"/>
                <a:ea typeface="+mn-ea"/>
                <a:cs typeface="+mn-cs"/>
              </a:defRPr>
            </a:lvl3pPr>
            <a:lvl4pPr marL="463539" indent="-14604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333" b="0" i="0" kern="1200">
                <a:solidFill>
                  <a:schemeClr val="tx1">
                    <a:lumMod val="75000"/>
                    <a:lumOff val="25000"/>
                  </a:schemeClr>
                </a:solidFill>
                <a:latin typeface="Lato Light" panose="020F0302020204030203" pitchFamily="34" charset="77"/>
                <a:ea typeface="+mn-ea"/>
                <a:cs typeface="+mn-cs"/>
              </a:defRPr>
            </a:lvl4pPr>
            <a:lvl5pPr marL="539737" indent="-101597" algn="l" defTabSz="914377" rtl="0" eaLnBrk="1" latinLnBrk="0" hangingPunct="1">
              <a:lnSpc>
                <a:spcPct val="90000"/>
              </a:lnSpc>
              <a:spcBef>
                <a:spcPts val="0"/>
              </a:spcBef>
              <a:spcAft>
                <a:spcPts val="667"/>
              </a:spcAft>
              <a:buClr>
                <a:schemeClr val="tx2"/>
              </a:buClr>
              <a:buSzPct val="90000"/>
              <a:buFont typeface="Lato Light" panose="020B0604020202020204" pitchFamily="34" charset="0"/>
              <a:buChar char="•"/>
              <a:tabLst/>
              <a:defRPr sz="1200" b="0" i="0" kern="1200">
                <a:solidFill>
                  <a:schemeClr val="tx1">
                    <a:lumMod val="75000"/>
                    <a:lumOff val="25000"/>
                  </a:schemeClr>
                </a:solidFill>
                <a:latin typeface="Lato Light" panose="020F0302020204030203" pitchFamily="34" charset="77"/>
                <a:ea typeface="+mn-ea"/>
                <a:cs typeface="+mn-cs"/>
              </a:defRPr>
            </a:lvl5pPr>
            <a:lvl6pPr>
              <a:defRPr sz="1333"/>
            </a:lvl6pPr>
            <a:lvl7pPr>
              <a:defRPr sz="1333"/>
            </a:lvl7pPr>
            <a:lvl8pPr>
              <a:defRPr sz="1333"/>
            </a:lvl8pPr>
            <a:lvl9pPr>
              <a:defRPr sz="1333"/>
            </a:lvl9pPr>
          </a:lstStyle>
          <a:p>
            <a:pPr defTabSz="685800">
              <a:lnSpc>
                <a:spcPct val="100000"/>
              </a:lnSpc>
              <a:spcAft>
                <a:spcPts val="400"/>
              </a:spcAft>
            </a:pPr>
            <a:r>
              <a:rPr lang="en-US" sz="1200" b="1" dirty="0">
                <a:solidFill>
                  <a:schemeClr val="tx1"/>
                </a:solidFill>
                <a:latin typeface="+mj-lt"/>
              </a:rPr>
              <a:t>Deploy the best model</a:t>
            </a:r>
            <a:br>
              <a:rPr lang="en-US" sz="1200" b="1" dirty="0">
                <a:solidFill>
                  <a:schemeClr val="tx1"/>
                </a:solidFill>
                <a:latin typeface="+mj-lt"/>
              </a:rPr>
            </a:br>
            <a:r>
              <a:rPr lang="en-US" sz="1200" dirty="0">
                <a:solidFill>
                  <a:schemeClr val="tx1"/>
                </a:solidFill>
                <a:latin typeface="Lato" panose="020F0502020204030203" pitchFamily="34" charset="77"/>
              </a:rPr>
              <a:t>use</a:t>
            </a:r>
            <a:r>
              <a:rPr lang="en-US" sz="1200" dirty="0">
                <a:solidFill>
                  <a:schemeClr val="tx1"/>
                </a:solidFill>
                <a:latin typeface="+mj-lt"/>
              </a:rPr>
              <a:t> </a:t>
            </a:r>
            <a:r>
              <a:rPr lang="en-US" sz="1200" dirty="0">
                <a:solidFill>
                  <a:schemeClr val="tx1"/>
                </a:solidFill>
                <a:latin typeface="Lato" panose="020F0502020204030203" pitchFamily="34" charset="77"/>
              </a:rPr>
              <a:t>the</a:t>
            </a:r>
            <a:r>
              <a:rPr lang="en-US" sz="1200" dirty="0">
                <a:solidFill>
                  <a:schemeClr val="tx1"/>
                </a:solidFill>
                <a:latin typeface="+mj-lt"/>
              </a:rPr>
              <a:t> </a:t>
            </a:r>
            <a:r>
              <a:rPr lang="en-US" sz="1200" dirty="0">
                <a:solidFill>
                  <a:schemeClr val="tx1"/>
                </a:solidFill>
                <a:latin typeface="Lato" panose="020F0502020204030203" pitchFamily="34" charset="77"/>
              </a:rPr>
              <a:t>model</a:t>
            </a:r>
            <a:r>
              <a:rPr lang="en-US" sz="1200" dirty="0">
                <a:solidFill>
                  <a:schemeClr val="tx1"/>
                </a:solidFill>
                <a:latin typeface="+mj-lt"/>
              </a:rPr>
              <a:t> </a:t>
            </a:r>
            <a:r>
              <a:rPr lang="en-US" sz="1200" dirty="0">
                <a:solidFill>
                  <a:schemeClr val="tx1"/>
                </a:solidFill>
                <a:latin typeface="Lato" panose="020F0502020204030203" pitchFamily="34" charset="77"/>
              </a:rPr>
              <a:t>through</a:t>
            </a:r>
            <a:r>
              <a:rPr lang="en-US" sz="1200" dirty="0">
                <a:solidFill>
                  <a:schemeClr val="tx1"/>
                </a:solidFill>
                <a:latin typeface="+mj-lt"/>
              </a:rPr>
              <a:t> </a:t>
            </a:r>
            <a:r>
              <a:rPr lang="en-US" sz="1200" dirty="0">
                <a:solidFill>
                  <a:schemeClr val="tx1"/>
                </a:solidFill>
                <a:latin typeface="Lato" panose="020F0502020204030203" pitchFamily="34" charset="77"/>
              </a:rPr>
              <a:t>an</a:t>
            </a:r>
            <a:r>
              <a:rPr lang="en-US" sz="1200" dirty="0">
                <a:solidFill>
                  <a:schemeClr val="tx1"/>
                </a:solidFill>
                <a:latin typeface="+mj-lt"/>
              </a:rPr>
              <a:t> </a:t>
            </a:r>
            <a:r>
              <a:rPr lang="en-US" sz="1200" dirty="0">
                <a:solidFill>
                  <a:schemeClr val="tx1"/>
                </a:solidFill>
                <a:latin typeface="Lato" panose="020F0502020204030203" pitchFamily="34" charset="77"/>
              </a:rPr>
              <a:t>endpoint</a:t>
            </a:r>
          </a:p>
        </p:txBody>
      </p:sp>
    </p:spTree>
    <p:extLst>
      <p:ext uri="{BB962C8B-B14F-4D97-AF65-F5344CB8AC3E}">
        <p14:creationId xmlns:p14="http://schemas.microsoft.com/office/powerpoint/2010/main" val="1077713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A5CC38B-649A-BE82-80F8-F74A9A085CB3}"/>
              </a:ext>
            </a:extLst>
          </p:cNvPr>
          <p:cNvSpPr>
            <a:spLocks noGrp="1"/>
          </p:cNvSpPr>
          <p:nvPr>
            <p:ph type="title"/>
          </p:nvPr>
        </p:nvSpPr>
        <p:spPr>
          <a:xfrm>
            <a:off x="585787" y="289969"/>
            <a:ext cx="7972425" cy="573088"/>
          </a:xfrm>
        </p:spPr>
        <p:txBody>
          <a:bodyPr/>
          <a:lstStyle/>
          <a:p>
            <a:r>
              <a:rPr lang="en-US" dirty="0">
                <a:latin typeface="Lato Black"/>
              </a:rPr>
              <a:t>Hands on</a:t>
            </a:r>
          </a:p>
        </p:txBody>
      </p:sp>
      <p:sp>
        <p:nvSpPr>
          <p:cNvPr id="8" name="TextBox 7">
            <a:extLst>
              <a:ext uri="{FF2B5EF4-FFF2-40B4-BE49-F238E27FC236}">
                <a16:creationId xmlns:a16="http://schemas.microsoft.com/office/drawing/2014/main" id="{E5665F17-C101-C1E2-D937-46262239DA4A}"/>
              </a:ext>
            </a:extLst>
          </p:cNvPr>
          <p:cNvSpPr txBox="1"/>
          <p:nvPr/>
        </p:nvSpPr>
        <p:spPr>
          <a:xfrm>
            <a:off x="907473" y="945695"/>
            <a:ext cx="7190509" cy="3252109"/>
          </a:xfrm>
          <a:prstGeom prst="rect">
            <a:avLst/>
          </a:prstGeom>
          <a:noFill/>
        </p:spPr>
        <p:txBody>
          <a:bodyPr wrap="square" lIns="0" tIns="0" rIns="0" bIns="0" rtlCol="0">
            <a:spAutoFit/>
          </a:bodyPr>
          <a:lstStyle/>
          <a:p>
            <a:r>
              <a:rPr lang="en-US" sz="1400" b="1" dirty="0"/>
              <a:t>Project Objective </a:t>
            </a:r>
            <a:r>
              <a:rPr lang="en-US" dirty="0"/>
              <a:t>🎯</a:t>
            </a:r>
          </a:p>
          <a:p>
            <a:br>
              <a:rPr lang="en-US" dirty="0"/>
            </a:br>
            <a:r>
              <a:rPr lang="en-US" sz="1400" dirty="0"/>
              <a:t>The objective of this project is to develop a regression, neuronal network and </a:t>
            </a:r>
            <a:r>
              <a:rPr lang="en-US" sz="1400" dirty="0" err="1"/>
              <a:t>XGboots</a:t>
            </a:r>
            <a:r>
              <a:rPr lang="en-US" sz="1400" dirty="0"/>
              <a:t> models to predict housing prices in Hyderabad, India. Using features such as the property's area, location, number of bedrooms, and available amenities, the model will aim to estimate the market value of a property as accurately as possible.</a:t>
            </a:r>
          </a:p>
          <a:p>
            <a:pPr>
              <a:lnSpc>
                <a:spcPct val="100000"/>
              </a:lnSpc>
              <a:spcAft>
                <a:spcPts val="400"/>
              </a:spcAft>
            </a:pPr>
            <a:endParaRPr lang="en-US" sz="1400" dirty="0"/>
          </a:p>
          <a:p>
            <a:pPr marL="285750" indent="-285750">
              <a:lnSpc>
                <a:spcPct val="100000"/>
              </a:lnSpc>
              <a:spcAft>
                <a:spcPts val="400"/>
              </a:spcAft>
              <a:buFont typeface="Arial" panose="020B0604020202020204" pitchFamily="34" charset="0"/>
              <a:buChar char="•"/>
            </a:pPr>
            <a:r>
              <a:rPr lang="en-US" sz="1400" dirty="0"/>
              <a:t>This predictive model will be a valuable tool for:</a:t>
            </a:r>
          </a:p>
          <a:p>
            <a:pPr marL="285750" indent="-285750">
              <a:lnSpc>
                <a:spcPct val="100000"/>
              </a:lnSpc>
              <a:spcAft>
                <a:spcPts val="400"/>
              </a:spcAft>
              <a:buFont typeface="Arial" panose="020B0604020202020204" pitchFamily="34" charset="0"/>
              <a:buChar char="•"/>
            </a:pPr>
            <a:r>
              <a:rPr lang="en-US" sz="1400" dirty="0"/>
              <a:t>Home Buyers and Sellers: To obtain an objective price estimate for a property.</a:t>
            </a:r>
          </a:p>
          <a:p>
            <a:pPr marL="285750" indent="-285750">
              <a:lnSpc>
                <a:spcPct val="100000"/>
              </a:lnSpc>
              <a:spcAft>
                <a:spcPts val="400"/>
              </a:spcAft>
              <a:buFont typeface="Arial" panose="020B0604020202020204" pitchFamily="34" charset="0"/>
              <a:buChar char="•"/>
            </a:pPr>
            <a:r>
              <a:rPr lang="en-US" sz="1400" dirty="0"/>
              <a:t>Real Estate Agents: To assist with property valuation and client advisory.</a:t>
            </a:r>
          </a:p>
          <a:p>
            <a:pPr marL="285750" indent="-285750">
              <a:lnSpc>
                <a:spcPct val="100000"/>
              </a:lnSpc>
              <a:spcAft>
                <a:spcPts val="400"/>
              </a:spcAft>
              <a:buFont typeface="Arial" panose="020B0604020202020204" pitchFamily="34" charset="0"/>
              <a:buChar char="•"/>
            </a:pPr>
            <a:r>
              <a:rPr lang="en-US" sz="1400" dirty="0"/>
              <a:t>Investors: To identify potentially undervalued or overvalued properties in the market.</a:t>
            </a:r>
          </a:p>
          <a:p>
            <a:pPr algn="l"/>
            <a:endParaRPr lang="en-US" dirty="0" err="1">
              <a:solidFill>
                <a:schemeClr val="tx1"/>
              </a:solidFill>
              <a:latin typeface="+mn-lt"/>
            </a:endParaRPr>
          </a:p>
        </p:txBody>
      </p:sp>
    </p:spTree>
    <p:extLst>
      <p:ext uri="{BB962C8B-B14F-4D97-AF65-F5344CB8AC3E}">
        <p14:creationId xmlns:p14="http://schemas.microsoft.com/office/powerpoint/2010/main" val="3470173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031B2-0D1A-6D2D-D4F6-0B61A15E898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BB5536E-9C1E-ABF7-BA0C-63273FA57C36}"/>
              </a:ext>
            </a:extLst>
          </p:cNvPr>
          <p:cNvSpPr>
            <a:spLocks noGrp="1"/>
          </p:cNvSpPr>
          <p:nvPr>
            <p:ph type="body" sz="quarter" idx="10"/>
          </p:nvPr>
        </p:nvSpPr>
        <p:spPr>
          <a:xfrm>
            <a:off x="299997" y="999380"/>
            <a:ext cx="8544006" cy="886397"/>
          </a:xfrm>
        </p:spPr>
        <p:txBody>
          <a:bodyPr/>
          <a:lstStyle/>
          <a:p>
            <a:r>
              <a:rPr lang="en-US" sz="3200" dirty="0"/>
              <a:t>Thank you for participating. I hope you enjoyed the material.</a:t>
            </a:r>
          </a:p>
        </p:txBody>
      </p:sp>
      <p:sp>
        <p:nvSpPr>
          <p:cNvPr id="2" name="TextBox 1">
            <a:extLst>
              <a:ext uri="{FF2B5EF4-FFF2-40B4-BE49-F238E27FC236}">
                <a16:creationId xmlns:a16="http://schemas.microsoft.com/office/drawing/2014/main" id="{930DC04B-EB78-EDD7-8F9B-6D4EC449D887}"/>
              </a:ext>
            </a:extLst>
          </p:cNvPr>
          <p:cNvSpPr txBox="1"/>
          <p:nvPr/>
        </p:nvSpPr>
        <p:spPr>
          <a:xfrm>
            <a:off x="382443" y="2372785"/>
            <a:ext cx="2021387" cy="397929"/>
          </a:xfrm>
          <a:prstGeom prst="rect">
            <a:avLst/>
          </a:prstGeom>
          <a:noFill/>
        </p:spPr>
        <p:txBody>
          <a:bodyPr wrap="none" lIns="0" tIns="0" rIns="0" bIns="0" rtlCol="0">
            <a:spAutoFit/>
          </a:bodyPr>
          <a:lstStyle/>
          <a:p>
            <a:r>
              <a:rPr lang="en-US" sz="2400" dirty="0"/>
              <a:t>Any questions?</a:t>
            </a:r>
            <a:endParaRPr lang="en-US" sz="2400" dirty="0">
              <a:solidFill>
                <a:schemeClr val="tx1"/>
              </a:solidFill>
              <a:latin typeface="+mn-lt"/>
            </a:endParaRPr>
          </a:p>
        </p:txBody>
      </p:sp>
    </p:spTree>
    <p:extLst>
      <p:ext uri="{BB962C8B-B14F-4D97-AF65-F5344CB8AC3E}">
        <p14:creationId xmlns:p14="http://schemas.microsoft.com/office/powerpoint/2010/main" val="1733494461"/>
      </p:ext>
    </p:extLst>
  </p:cSld>
  <p:clrMapOvr>
    <a:masterClrMapping/>
  </p:clrMapOvr>
</p:sld>
</file>

<file path=ppt/theme/theme1.xml><?xml version="1.0" encoding="utf-8"?>
<a:theme xmlns:a="http://schemas.openxmlformats.org/drawingml/2006/main" name="PRFT - Light Mode">
  <a:themeElements>
    <a:clrScheme name="PRFT 2020">
      <a:dk1>
        <a:srgbClr val="010101"/>
      </a:dk1>
      <a:lt1>
        <a:srgbClr val="FFFFFF"/>
      </a:lt1>
      <a:dk2>
        <a:srgbClr val="CC1F20"/>
      </a:dk2>
      <a:lt2>
        <a:srgbClr val="B79967"/>
      </a:lt2>
      <a:accent1>
        <a:srgbClr val="8D0E11"/>
      </a:accent1>
      <a:accent2>
        <a:srgbClr val="8C734B"/>
      </a:accent2>
      <a:accent3>
        <a:srgbClr val="58595B"/>
      </a:accent3>
      <a:accent4>
        <a:srgbClr val="E8E8E8"/>
      </a:accent4>
      <a:accent5>
        <a:srgbClr val="3C5D6F"/>
      </a:accent5>
      <a:accent6>
        <a:srgbClr val="81A7BB"/>
      </a:accent6>
      <a:hlink>
        <a:srgbClr val="0563C1"/>
      </a:hlink>
      <a:folHlink>
        <a:srgbClr val="954F72"/>
      </a:folHlink>
    </a:clrScheme>
    <a:fontScheme name="2024 Fonts">
      <a:majorFont>
        <a:latin typeface="Lato Black"/>
        <a:ea typeface=""/>
        <a:cs typeface=""/>
      </a:majorFont>
      <a:minorFont>
        <a:latin typeface="Lato"/>
        <a:ea typeface=""/>
        <a:cs typeface=""/>
      </a:minorFont>
    </a:fontScheme>
    <a:fmtScheme name="PRFT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dirty="0" err="1" smtClean="0">
            <a:solidFill>
              <a:schemeClr val="tx1"/>
            </a:solidFill>
            <a:latin typeface="+mn-lt"/>
          </a:defRPr>
        </a:defPPr>
      </a:lstStyle>
    </a:txDef>
  </a:objectDefaults>
  <a:extraClrSchemeLst/>
  <a:extLst>
    <a:ext uri="{05A4C25C-085E-4340-85A3-A5531E510DB2}">
      <thm15:themeFamily xmlns:thm15="http://schemas.microsoft.com/office/thememl/2012/main" name="Brand Template 0623" id="{5C2B4FF3-2934-413F-B866-E20ABD975760}" vid="{B03E66C6-F319-4E51-AFEC-CDE9885E56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ato Light" panose="020F0302020204030204"/>
        <a:ea typeface=""/>
        <a:cs typeface=""/>
      </a:majorFont>
      <a:minorFont>
        <a:latin typeface="Lato"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ato Light" panose="020F0302020204030204"/>
        <a:ea typeface=""/>
        <a:cs typeface=""/>
      </a:majorFont>
      <a:minorFont>
        <a:latin typeface="Lato"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CC4AD5B-B71B-744A-8EEB-AE65425A668F}">
  <we:reference id="wa200000729" version="3.6.75.0" store="en-US" storeType="OMEX"/>
  <we:alternateReferences>
    <we:reference id="WA200000729" version="3.6.75.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5BCD91545499843BB17C00B50EFF6E8" ma:contentTypeVersion="17" ma:contentTypeDescription="Create a new document." ma:contentTypeScope="" ma:versionID="2c8bb4a2ce09c948cd36f0cfc81c8cc4">
  <xsd:schema xmlns:xsd="http://www.w3.org/2001/XMLSchema" xmlns:xs="http://www.w3.org/2001/XMLSchema" xmlns:p="http://schemas.microsoft.com/office/2006/metadata/properties" xmlns:ns2="ed48454b-45cc-45b1-856a-7b766b483745" xmlns:ns3="7ed3c4da-b135-42a5-aaf8-d0ebc05f566e" targetNamespace="http://schemas.microsoft.com/office/2006/metadata/properties" ma:root="true" ma:fieldsID="387a24708db61ab358c78bcef3866955" ns2:_="" ns3:_="">
    <xsd:import namespace="ed48454b-45cc-45b1-856a-7b766b483745"/>
    <xsd:import namespace="7ed3c4da-b135-42a5-aaf8-d0ebc05f566e"/>
    <xsd:element name="properties">
      <xsd:complexType>
        <xsd:sequence>
          <xsd:element name="documentManagement">
            <xsd:complexType>
              <xsd:all>
                <xsd:element ref="ns2:Asset_x0020_Type" minOccurs="0"/>
                <xsd:element ref="ns2:Industry" minOccurs="0"/>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48454b-45cc-45b1-856a-7b766b483745" elementFormDefault="qualified">
    <xsd:import namespace="http://schemas.microsoft.com/office/2006/documentManagement/types"/>
    <xsd:import namespace="http://schemas.microsoft.com/office/infopath/2007/PartnerControls"/>
    <xsd:element name="Asset_x0020_Type" ma:index="8" nillable="true" ma:displayName="Asset Type" ma:default="Word Template" ma:format="Dropdown" ma:internalName="Asset_x0020_Type">
      <xsd:simpleType>
        <xsd:restriction base="dms:Choice">
          <xsd:enumeration value="Word Template"/>
          <xsd:enumeration value="PPT Template"/>
          <xsd:enumeration value="Image"/>
          <xsd:enumeration value="Logo"/>
          <xsd:enumeration value="Video"/>
        </xsd:restriction>
      </xsd:simpleType>
    </xsd:element>
    <xsd:element name="Industry" ma:index="9" nillable="true" ma:displayName="Industry" ma:default="Automotive" ma:format="Dropdown" ma:internalName="Industry">
      <xsd:simpleType>
        <xsd:restriction base="dms:Choice">
          <xsd:enumeration value="Industry Agnostic"/>
          <xsd:enumeration value="Automotive"/>
          <xsd:enumeration value="CMT"/>
          <xsd:enumeration value="Consumer Goods"/>
          <xsd:enumeration value="Energy + Utilities"/>
          <xsd:enumeration value="Financial Services"/>
          <xsd:enumeration value="Healthcare"/>
          <xsd:enumeration value="Insurance"/>
          <xsd:enumeration value="Life Sciences"/>
          <xsd:enumeration value="Manufacturing"/>
          <xsd:enumeration value="Professional Services"/>
          <xsd:enumeration value="Retail + Distribution"/>
          <xsd:enumeration value="Transportation + Logistics"/>
          <xsd:enumeration value="Travel + Hospitality"/>
        </xsd:restriction>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e398e266-1b5a-423d-aa71-fcb68a1b7551"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d3c4da-b135-42a5-aaf8-d0ebc05f566e"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7629f024-6caa-472c-a618-a983e872e394}" ma:internalName="TaxCatchAll" ma:showField="CatchAllData" ma:web="7ed3c4da-b135-42a5-aaf8-d0ebc05f56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ed3c4da-b135-42a5-aaf8-d0ebc05f566e">
      <Value>3742</Value>
      <Value>3941</Value>
      <Value>2716</Value>
    </TaxCatchAll>
    <lcf76f155ced4ddcb4097134ff3c332f xmlns="ed48454b-45cc-45b1-856a-7b766b483745">
      <Terms xmlns="http://schemas.microsoft.com/office/infopath/2007/PartnerControls">
        <TermInfo xmlns="http://schemas.microsoft.com/office/infopath/2007/PartnerControls">
          <TermName xmlns="http://schemas.microsoft.com/office/infopath/2007/PartnerControls">ppt</TermName>
          <TermId xmlns="http://schemas.microsoft.com/office/infopath/2007/PartnerControls">3314b007-c5a1-4626-a460-939251c46a06</TermId>
        </TermInfo>
        <TermInfo xmlns="http://schemas.microsoft.com/office/infopath/2007/PartnerControls">
          <TermName xmlns="http://schemas.microsoft.com/office/infopath/2007/PartnerControls">Deck</TermName>
          <TermId xmlns="http://schemas.microsoft.com/office/infopath/2007/PartnerControls">5f5e9e55-d817-4335-9ffe-2ad401813cc7</TermId>
        </TermInfo>
        <TermInfo xmlns="http://schemas.microsoft.com/office/infopath/2007/PartnerControls">
          <TermName xmlns="http://schemas.microsoft.com/office/infopath/2007/PartnerControls">PERFICIENT</TermName>
          <TermId xmlns="http://schemas.microsoft.com/office/infopath/2007/PartnerControls">4783830d-4962-4043-858f-21a59dbfef1f</TermId>
        </TermInfo>
      </Terms>
    </lcf76f155ced4ddcb4097134ff3c332f>
    <Industry xmlns="ed48454b-45cc-45b1-856a-7b766b483745">Industry Agnostic</Industry>
    <Asset_x0020_Type xmlns="ed48454b-45cc-45b1-856a-7b766b483745">Word Template</Asset_x0020_Type>
  </documentManagement>
</p:properties>
</file>

<file path=customXml/itemProps1.xml><?xml version="1.0" encoding="utf-8"?>
<ds:datastoreItem xmlns:ds="http://schemas.openxmlformats.org/officeDocument/2006/customXml" ds:itemID="{BA890F9F-2984-4E51-ACD7-5DF631C637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48454b-45cc-45b1-856a-7b766b483745"/>
    <ds:schemaRef ds:uri="7ed3c4da-b135-42a5-aaf8-d0ebc05f56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312BEDD-CD8E-464E-AE20-7BCD0C997533}">
  <ds:schemaRefs>
    <ds:schemaRef ds:uri="http://schemas.microsoft.com/sharepoint/v3/contenttype/forms"/>
  </ds:schemaRefs>
</ds:datastoreItem>
</file>

<file path=customXml/itemProps3.xml><?xml version="1.0" encoding="utf-8"?>
<ds:datastoreItem xmlns:ds="http://schemas.openxmlformats.org/officeDocument/2006/customXml" ds:itemID="{C8EB68D2-3737-4D90-804A-6B964CF8EB88}">
  <ds:schemaRefs>
    <ds:schemaRef ds:uri="http://purl.org/dc/elements/1.1/"/>
    <ds:schemaRef ds:uri="7ed3c4da-b135-42a5-aaf8-d0ebc05f566e"/>
    <ds:schemaRef ds:uri="http://schemas.openxmlformats.org/package/2006/metadata/core-properties"/>
    <ds:schemaRef ds:uri="http://schemas.microsoft.com/office/2006/documentManagement/types"/>
    <ds:schemaRef ds:uri="http://schemas.microsoft.com/office/2006/metadata/properties"/>
    <ds:schemaRef ds:uri="ed48454b-45cc-45b1-856a-7b766b483745"/>
    <ds:schemaRef ds:uri="http://purl.org/dc/terms/"/>
    <ds:schemaRef ds:uri="http://schemas.microsoft.com/office/infopath/2007/PartnerControls"/>
    <ds:schemaRef ds:uri="http://www.w3.org/XML/1998/namespace"/>
    <ds:schemaRef ds:uri="http://purl.org/dc/dcmitype/"/>
  </ds:schemaRefs>
</ds:datastoreItem>
</file>

<file path=docMetadata/LabelInfo.xml><?xml version="1.0" encoding="utf-8"?>
<clbl:labelList xmlns:clbl="http://schemas.microsoft.com/office/2020/mipLabelMetadata">
  <clbl:label id="{243bd71d-cef7-442d-b37f-3ff10a3e2832}" enabled="0" method="" siteId="{243bd71d-cef7-442d-b37f-3ff10a3e2832}" removed="1"/>
</clbl:labelList>
</file>

<file path=docProps/app.xml><?xml version="1.0" encoding="utf-8"?>
<Properties xmlns="http://schemas.openxmlformats.org/officeDocument/2006/extended-properties" xmlns:vt="http://schemas.openxmlformats.org/officeDocument/2006/docPropsVTypes">
  <Template>PRFT 2020 - Light Mode</Template>
  <TotalTime>472</TotalTime>
  <Words>301</Words>
  <Application>Microsoft Office PowerPoint</Application>
  <PresentationFormat>On-screen Show (16:9)</PresentationFormat>
  <Paragraphs>43</Paragraphs>
  <Slides>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Calibri</vt:lpstr>
      <vt:lpstr>Arial</vt:lpstr>
      <vt:lpstr>Lato Black</vt:lpstr>
      <vt:lpstr>Lato Light</vt:lpstr>
      <vt:lpstr>Roboto Condensed</vt:lpstr>
      <vt:lpstr>Lato</vt:lpstr>
      <vt:lpstr>PRFT - Light Mode</vt:lpstr>
      <vt:lpstr>PowerPoint Presentation</vt:lpstr>
      <vt:lpstr>Analyzing House Price Data with Machine Learning Agenda</vt:lpstr>
      <vt:lpstr>PowerPoint Presentation</vt:lpstr>
      <vt:lpstr>Hands 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Play Framework</dc:title>
  <dc:subject/>
  <dc:creator>Jim Jarvis</dc:creator>
  <cp:keywords/>
  <dc:description/>
  <cp:lastModifiedBy>Luis Alberto Bolanos Salazar</cp:lastModifiedBy>
  <cp:revision>100</cp:revision>
  <dcterms:created xsi:type="dcterms:W3CDTF">2020-05-21T19:15:49Z</dcterms:created>
  <dcterms:modified xsi:type="dcterms:W3CDTF">2025-11-03T23:21:24Z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0x010100D5BCD91545499843BB17C00B50EFF6E8</vt:lpwstr>
  </property>
  <property fmtid="{D5CDD505-2E9C-101B-9397-08002B2CF9AE}" pid="3" name="MediaServiceImageTags">
    <vt:lpwstr>3941;#ppt|3314b007-c5a1-4626-a460-939251c46a06;#2716;#Deck|5f5e9e55-d817-4335-9ffe-2ad401813cc7;#3742;#PERFICIENT|4783830d-4962-4043-858f-21a59dbfef1f</vt:lpwstr>
  </property>
</Properties>
</file>